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999334afa4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999334afa4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1917aaa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1917aaa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1917aaa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1917aaa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53f1958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53f1958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53f1958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53f1958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53f1958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53f1958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1917aaa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a1917aaa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1917aaa1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a1917aaa1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1917aaa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1917aaa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1917aaa1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a1917aaa1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1917aaa1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1917aaa1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1917aaa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1917aaa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Multiprocesadores. Memoria compartida y distribuida.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/>
              <a:t>Alumno: </a:t>
            </a:r>
            <a:r>
              <a:rPr lang="es" sz="1650"/>
              <a:t>José</a:t>
            </a:r>
            <a:r>
              <a:rPr lang="es" sz="1650"/>
              <a:t> Manuel González Escobar.</a:t>
            </a:r>
            <a:endParaRPr sz="1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50"/>
              <a:t>Asignatura: Arquitectura Avanzada de Procesadores.</a:t>
            </a:r>
            <a:endParaRPr sz="1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311700" y="1524625"/>
            <a:ext cx="7706700" cy="32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 a la arquitectura de multiprocesadores.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Tipos de multiprocesadores.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Memoria compartida y distribuida.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Comunicación entre procesadores.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Problemas y desafíos en sistemas multiprocesadores.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Casos de uso y aplicaciones.</a:t>
            </a:r>
            <a:endParaRPr sz="430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7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430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 a la arquitectura de multiprocesadores.</a:t>
            </a:r>
            <a:endParaRPr/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1700" y="1878520"/>
            <a:ext cx="4260300" cy="29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multiprocesadores:</a:t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11700" y="1878525"/>
            <a:ext cx="7382400" cy="29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Multiprocesador simétrico (SMP)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Multiprocesador asimétrico (AMP)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Multiprocesador de memoria distribuida (DMP)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Multiprocesador de memoria compartida (SMP)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Multiprocesador simétrico (SMP) VS Multiprocesador asimétrico (AMP)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9511" l="0" r="0" t="13286"/>
          <a:stretch/>
        </p:blipFill>
        <p:spPr>
          <a:xfrm>
            <a:off x="1302485" y="1117775"/>
            <a:ext cx="6539026" cy="37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Multiprocesador de memoria distribuida (DMP)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698" y="1042328"/>
            <a:ext cx="4698600" cy="36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Times New Roman"/>
                <a:ea typeface="Times New Roman"/>
                <a:cs typeface="Times New Roman"/>
                <a:sym typeface="Times New Roman"/>
              </a:rPr>
              <a:t>Multiprocesador de memoria compartida (SMP)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987" y="1192578"/>
            <a:ext cx="5270024" cy="33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Memoria compartida:</a:t>
            </a:r>
            <a:endParaRPr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311700" y="1878523"/>
            <a:ext cx="4242600" cy="26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Mecanismos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7858" l="0" r="0" t="9761"/>
          <a:stretch/>
        </p:blipFill>
        <p:spPr>
          <a:xfrm>
            <a:off x="3428549" y="1878525"/>
            <a:ext cx="5715452" cy="32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Memoria distribuida</a:t>
            </a:r>
            <a:endParaRPr/>
          </a:p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311700" y="1878522"/>
            <a:ext cx="4242600" cy="27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de su uso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875" y="1822225"/>
            <a:ext cx="5810130" cy="33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Comunicación entre procesadores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311700" y="1878521"/>
            <a:ext cx="4260300" cy="28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Protocolos y mecanismos de comunicación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Latencia y ancho de banda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y desafíos en sistemas multiprocesadores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subTitle"/>
          </p:nvPr>
        </p:nvSpPr>
        <p:spPr>
          <a:xfrm>
            <a:off x="269275" y="1878525"/>
            <a:ext cx="4242600" cy="25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</a:t>
            </a:r>
            <a:r>
              <a:rPr lang="es"/>
              <a:t>oncurrencia y sincronización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</a:t>
            </a:r>
            <a:r>
              <a:rPr lang="es"/>
              <a:t>so y aplicaciones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atencion</a:t>
            </a:r>
            <a:endParaRPr/>
          </a:p>
        </p:txBody>
      </p:sp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Preguntas.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