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Poppins"/>
      <p:regular r:id="rId26"/>
      <p:bold r:id="rId27"/>
      <p:italic r:id="rId28"/>
      <p:boldItalic r:id="rId29"/>
    </p:embeddedFont>
    <p:embeddedFont>
      <p:font typeface="Palanquin Dark"/>
      <p:regular r:id="rId30"/>
      <p:bold r:id="rId31"/>
    </p:embeddedFont>
    <p:embeddedFont>
      <p:font typeface="Poppins Black"/>
      <p:bold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F201F51-C642-48A9-BB0B-A50E7ACB57E4}">
  <a:tblStyle styleId="{8F201F51-C642-48A9-BB0B-A50E7ACB57E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-regular.fntdata"/><Relationship Id="rId25" Type="http://schemas.openxmlformats.org/officeDocument/2006/relationships/slide" Target="slides/slide20.xml"/><Relationship Id="rId28" Type="http://schemas.openxmlformats.org/officeDocument/2006/relationships/font" Target="fonts/Poppins-italic.fntdata"/><Relationship Id="rId27" Type="http://schemas.openxmlformats.org/officeDocument/2006/relationships/font" Target="fonts/Poppi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alanquinDark-bold.fntdata"/><Relationship Id="rId30" Type="http://schemas.openxmlformats.org/officeDocument/2006/relationships/font" Target="fonts/PalanquinDark-regular.fntdata"/><Relationship Id="rId11" Type="http://schemas.openxmlformats.org/officeDocument/2006/relationships/slide" Target="slides/slide6.xml"/><Relationship Id="rId33" Type="http://schemas.openxmlformats.org/officeDocument/2006/relationships/font" Target="fonts/PoppinsBlack-boldItalic.fntdata"/><Relationship Id="rId10" Type="http://schemas.openxmlformats.org/officeDocument/2006/relationships/slide" Target="slides/slide5.xml"/><Relationship Id="rId32" Type="http://schemas.openxmlformats.org/officeDocument/2006/relationships/font" Target="fonts/PoppinsBlack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8794a74c9d_0_2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8794a74c9d_0_2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a4b3b7ab8f_0_9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a4b3b7ab8f_0_9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8794a74c9d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8794a74c9d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877b642fd3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877b642fd3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a62ef22e8c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a62ef22e8c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877b642fd3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877b642fd3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a62ef22e8c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2a62ef22e8c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a62ef22e8c_0_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2a62ef22e8c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a62ef22e8c_0_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2a62ef22e8c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2a62ef22e8c_0_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2a62ef22e8c_0_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a66e8f726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2a66e8f726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2a66e8f726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2a66e8f726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a66e8f7261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2a66e8f7261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877b642fd3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877b642fd3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a66e8f7261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2a66e8f7261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2a66e8f7261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2a66e8f7261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2a66e8f7261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2a66e8f7261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2a66e8f7261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2a66e8f7261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2a66e8f7261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2a66e8f7261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a4b3b7ab8f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a4b3b7ab8f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Relationship Id="rId5" Type="http://schemas.openxmlformats.org/officeDocument/2006/relationships/hyperlink" Target="https://stories.freepik.com/rafiki/" TargetMode="Externa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noFill/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20000" y="1022895"/>
            <a:ext cx="3852000" cy="202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20000" y="3032950"/>
            <a:ext cx="2962200" cy="6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>
            <a:off x="-1829809" y="-1974831"/>
            <a:ext cx="4039742" cy="2967540"/>
          </a:xfrm>
          <a:custGeom>
            <a:rect b="b" l="l" r="r" t="t"/>
            <a:pathLst>
              <a:path extrusionOk="0" h="111248" w="151443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 rot="1398703">
            <a:off x="1587171" y="641380"/>
            <a:ext cx="5337561" cy="3771648"/>
          </a:xfrm>
          <a:custGeom>
            <a:rect b="b" l="l" r="r" t="t"/>
            <a:pathLst>
              <a:path extrusionOk="0" h="111248" w="151443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552700" y="2131350"/>
            <a:ext cx="4242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hasCustomPrompt="1" idx="2" type="title"/>
          </p:nvPr>
        </p:nvSpPr>
        <p:spPr>
          <a:xfrm>
            <a:off x="2552700" y="1383425"/>
            <a:ext cx="923400" cy="6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2552700" y="2957291"/>
            <a:ext cx="2935800" cy="7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720000" y="727800"/>
            <a:ext cx="5778000" cy="2724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720000" y="1111700"/>
            <a:ext cx="7901400" cy="36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720000" y="390930"/>
            <a:ext cx="77040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/>
        </p:txBody>
      </p:sp>
      <p:sp>
        <p:nvSpPr>
          <p:cNvPr id="21" name="Google Shape;21;p4"/>
          <p:cNvSpPr/>
          <p:nvPr/>
        </p:nvSpPr>
        <p:spPr>
          <a:xfrm>
            <a:off x="7847591" y="-1689081"/>
            <a:ext cx="4039742" cy="2967540"/>
          </a:xfrm>
          <a:custGeom>
            <a:rect b="b" l="l" r="r" t="t"/>
            <a:pathLst>
              <a:path extrusionOk="0" h="111248" w="151443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idx="1" type="subTitle"/>
          </p:nvPr>
        </p:nvSpPr>
        <p:spPr>
          <a:xfrm>
            <a:off x="1417986" y="2995275"/>
            <a:ext cx="2385600" cy="3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2" type="subTitle"/>
          </p:nvPr>
        </p:nvSpPr>
        <p:spPr>
          <a:xfrm>
            <a:off x="1417986" y="3346800"/>
            <a:ext cx="2385600" cy="8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5" name="Google Shape;25;p5"/>
          <p:cNvSpPr txBox="1"/>
          <p:nvPr>
            <p:ph idx="3" type="subTitle"/>
          </p:nvPr>
        </p:nvSpPr>
        <p:spPr>
          <a:xfrm>
            <a:off x="5399486" y="2995275"/>
            <a:ext cx="2385600" cy="3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4" type="subTitle"/>
          </p:nvPr>
        </p:nvSpPr>
        <p:spPr>
          <a:xfrm>
            <a:off x="5399486" y="3346800"/>
            <a:ext cx="2385600" cy="8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7" name="Google Shape;27;p5"/>
          <p:cNvSpPr/>
          <p:nvPr/>
        </p:nvSpPr>
        <p:spPr>
          <a:xfrm>
            <a:off x="720000" y="727800"/>
            <a:ext cx="5778000" cy="2724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720000" y="387600"/>
            <a:ext cx="77040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/>
        </p:txBody>
      </p:sp>
      <p:sp>
        <p:nvSpPr>
          <p:cNvPr id="29" name="Google Shape;29;p5"/>
          <p:cNvSpPr/>
          <p:nvPr/>
        </p:nvSpPr>
        <p:spPr>
          <a:xfrm>
            <a:off x="7847591" y="-1689081"/>
            <a:ext cx="4039742" cy="2967540"/>
          </a:xfrm>
          <a:custGeom>
            <a:rect b="b" l="l" r="r" t="t"/>
            <a:pathLst>
              <a:path extrusionOk="0" h="111248" w="151443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/>
          <p:nvPr/>
        </p:nvSpPr>
        <p:spPr>
          <a:xfrm>
            <a:off x="720000" y="727800"/>
            <a:ext cx="5778000" cy="2724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6"/>
          <p:cNvSpPr txBox="1"/>
          <p:nvPr>
            <p:ph type="title"/>
          </p:nvPr>
        </p:nvSpPr>
        <p:spPr>
          <a:xfrm>
            <a:off x="720000" y="387600"/>
            <a:ext cx="77040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/>
        </p:txBody>
      </p:sp>
      <p:sp>
        <p:nvSpPr>
          <p:cNvPr id="33" name="Google Shape;33;p6"/>
          <p:cNvSpPr/>
          <p:nvPr/>
        </p:nvSpPr>
        <p:spPr>
          <a:xfrm rot="-7770059">
            <a:off x="7428425" y="-1102421"/>
            <a:ext cx="4039685" cy="2967498"/>
          </a:xfrm>
          <a:custGeom>
            <a:rect b="b" l="l" r="r" t="t"/>
            <a:pathLst>
              <a:path extrusionOk="0" h="111248" w="151443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/>
          <p:nvPr>
            <p:ph idx="1" type="subTitle"/>
          </p:nvPr>
        </p:nvSpPr>
        <p:spPr>
          <a:xfrm>
            <a:off x="720000" y="2678421"/>
            <a:ext cx="3261300" cy="10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type="title"/>
          </p:nvPr>
        </p:nvSpPr>
        <p:spPr>
          <a:xfrm>
            <a:off x="720000" y="1490700"/>
            <a:ext cx="3261300" cy="11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/>
        </p:txBody>
      </p:sp>
      <p:sp>
        <p:nvSpPr>
          <p:cNvPr id="37" name="Google Shape;37;p7"/>
          <p:cNvSpPr/>
          <p:nvPr/>
        </p:nvSpPr>
        <p:spPr>
          <a:xfrm rot="-1099162">
            <a:off x="5134470" y="3563817"/>
            <a:ext cx="5697542" cy="4185338"/>
          </a:xfrm>
          <a:custGeom>
            <a:rect b="b" l="l" r="r" t="t"/>
            <a:pathLst>
              <a:path extrusionOk="0" h="111248" w="151443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10443068">
            <a:off x="-1212618" y="-1758140"/>
            <a:ext cx="4040298" cy="2967949"/>
          </a:xfrm>
          <a:custGeom>
            <a:rect b="b" l="l" r="r" t="t"/>
            <a:pathLst>
              <a:path extrusionOk="0" h="111248" w="151443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/>
          <p:nvPr/>
        </p:nvSpPr>
        <p:spPr>
          <a:xfrm>
            <a:off x="355183" y="-402025"/>
            <a:ext cx="7001967" cy="5143551"/>
          </a:xfrm>
          <a:custGeom>
            <a:rect b="b" l="l" r="r" t="t"/>
            <a:pathLst>
              <a:path extrusionOk="0" h="111248" w="151443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8"/>
          <p:cNvSpPr txBox="1"/>
          <p:nvPr>
            <p:ph idx="1" type="subTitle"/>
          </p:nvPr>
        </p:nvSpPr>
        <p:spPr>
          <a:xfrm>
            <a:off x="1508700" y="2466428"/>
            <a:ext cx="3866100" cy="102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600"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600"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600"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600"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600"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600"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600"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600"/>
            </a:lvl9pPr>
          </a:lstStyle>
          <a:p/>
        </p:txBody>
      </p:sp>
      <p:sp>
        <p:nvSpPr>
          <p:cNvPr id="42" name="Google Shape;42;p8"/>
          <p:cNvSpPr txBox="1"/>
          <p:nvPr>
            <p:ph type="title"/>
          </p:nvPr>
        </p:nvSpPr>
        <p:spPr>
          <a:xfrm>
            <a:off x="1508700" y="1668250"/>
            <a:ext cx="3866100" cy="7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/>
          <p:nvPr>
            <p:ph idx="1" type="subTitle"/>
          </p:nvPr>
        </p:nvSpPr>
        <p:spPr>
          <a:xfrm flipH="1">
            <a:off x="5169810" y="2548727"/>
            <a:ext cx="3261300" cy="12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 algn="r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 algn="r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 algn="r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 algn="r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 algn="r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 algn="r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 algn="r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 algn="r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type="title"/>
          </p:nvPr>
        </p:nvSpPr>
        <p:spPr>
          <a:xfrm flipH="1">
            <a:off x="5169810" y="1360990"/>
            <a:ext cx="3261300" cy="11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/>
        </p:txBody>
      </p:sp>
      <p:sp>
        <p:nvSpPr>
          <p:cNvPr id="46" name="Google Shape;46;p9"/>
          <p:cNvSpPr/>
          <p:nvPr/>
        </p:nvSpPr>
        <p:spPr>
          <a:xfrm flipH="1" rot="1956016">
            <a:off x="-1420073" y="2411499"/>
            <a:ext cx="5697651" cy="4185418"/>
          </a:xfrm>
          <a:custGeom>
            <a:rect b="b" l="l" r="r" t="t"/>
            <a:pathLst>
              <a:path extrusionOk="0" h="111248" w="151443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flipH="1" rot="-8978585">
            <a:off x="6889116" y="-1236583"/>
            <a:ext cx="4040147" cy="2967838"/>
          </a:xfrm>
          <a:custGeom>
            <a:rect b="b" l="l" r="r" t="t"/>
            <a:pathLst>
              <a:path extrusionOk="0" h="111248" w="151443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/>
          <p:nvPr/>
        </p:nvSpPr>
        <p:spPr>
          <a:xfrm flipH="1">
            <a:off x="4037600" y="727800"/>
            <a:ext cx="4374000" cy="2724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0" name="Google Shape;50;p10"/>
          <p:cNvSpPr txBox="1"/>
          <p:nvPr>
            <p:ph type="title"/>
          </p:nvPr>
        </p:nvSpPr>
        <p:spPr>
          <a:xfrm flipH="1">
            <a:off x="3448700" y="387600"/>
            <a:ext cx="4962900" cy="18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/>
        </p:txBody>
      </p:sp>
      <p:sp>
        <p:nvSpPr>
          <p:cNvPr id="51" name="Google Shape;51;p10"/>
          <p:cNvSpPr/>
          <p:nvPr/>
        </p:nvSpPr>
        <p:spPr>
          <a:xfrm flipH="1" rot="-2467215">
            <a:off x="6908727" y="3120633"/>
            <a:ext cx="4039721" cy="2967525"/>
          </a:xfrm>
          <a:custGeom>
            <a:rect b="b" l="l" r="r" t="t"/>
            <a:pathLst>
              <a:path extrusionOk="0" h="111248" w="151443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4754222" y="1653880"/>
            <a:ext cx="3677100" cy="110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subTitle"/>
          </p:nvPr>
        </p:nvSpPr>
        <p:spPr>
          <a:xfrm flipH="1">
            <a:off x="4754222" y="2701195"/>
            <a:ext cx="3677100" cy="65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/>
            </a:lvl2pPr>
            <a:lvl3pPr lvl="2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/>
            </a:lvl3pPr>
            <a:lvl4pPr lvl="3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/>
            </a:lvl4pPr>
            <a:lvl5pPr lvl="4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/>
            </a:lvl5pPr>
            <a:lvl6pPr lvl="5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/>
            </a:lvl6pPr>
            <a:lvl7pPr lvl="6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/>
            </a:lvl7pPr>
            <a:lvl8pPr lvl="7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/>
            </a:lvl8pPr>
            <a:lvl9pPr lvl="8" rtl="0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600"/>
            </a:lvl9pPr>
          </a:lstStyle>
          <a:p/>
        </p:txBody>
      </p:sp>
      <p:sp>
        <p:nvSpPr>
          <p:cNvPr id="55" name="Google Shape;55;p11"/>
          <p:cNvSpPr/>
          <p:nvPr/>
        </p:nvSpPr>
        <p:spPr>
          <a:xfrm>
            <a:off x="6169150" y="3675629"/>
            <a:ext cx="4039742" cy="2967540"/>
          </a:xfrm>
          <a:custGeom>
            <a:rect b="b" l="l" r="r" t="t"/>
            <a:pathLst>
              <a:path extrusionOk="0" h="111248" w="151443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hasCustomPrompt="1" type="title"/>
          </p:nvPr>
        </p:nvSpPr>
        <p:spPr>
          <a:xfrm>
            <a:off x="869627" y="2130720"/>
            <a:ext cx="885900" cy="70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723900" y="2995276"/>
            <a:ext cx="2205600" cy="3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/>
        </p:txBody>
      </p:sp>
      <p:sp>
        <p:nvSpPr>
          <p:cNvPr id="60" name="Google Shape;60;p13"/>
          <p:cNvSpPr txBox="1"/>
          <p:nvPr>
            <p:ph idx="2" type="subTitle"/>
          </p:nvPr>
        </p:nvSpPr>
        <p:spPr>
          <a:xfrm>
            <a:off x="723900" y="3346802"/>
            <a:ext cx="2205600" cy="8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/>
        </p:txBody>
      </p:sp>
      <p:sp>
        <p:nvSpPr>
          <p:cNvPr id="61" name="Google Shape;61;p13"/>
          <p:cNvSpPr txBox="1"/>
          <p:nvPr>
            <p:ph hasCustomPrompt="1" idx="3" type="title"/>
          </p:nvPr>
        </p:nvSpPr>
        <p:spPr>
          <a:xfrm>
            <a:off x="3616601" y="2130720"/>
            <a:ext cx="885900" cy="70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2" name="Google Shape;62;p13"/>
          <p:cNvSpPr txBox="1"/>
          <p:nvPr>
            <p:ph idx="4" type="subTitle"/>
          </p:nvPr>
        </p:nvSpPr>
        <p:spPr>
          <a:xfrm>
            <a:off x="3470874" y="2995276"/>
            <a:ext cx="2205600" cy="3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/>
        </p:txBody>
      </p:sp>
      <p:sp>
        <p:nvSpPr>
          <p:cNvPr id="63" name="Google Shape;63;p13"/>
          <p:cNvSpPr txBox="1"/>
          <p:nvPr>
            <p:ph idx="5" type="subTitle"/>
          </p:nvPr>
        </p:nvSpPr>
        <p:spPr>
          <a:xfrm>
            <a:off x="3470875" y="3346802"/>
            <a:ext cx="2205600" cy="8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/>
        </p:txBody>
      </p:sp>
      <p:sp>
        <p:nvSpPr>
          <p:cNvPr id="64" name="Google Shape;64;p13"/>
          <p:cNvSpPr txBox="1"/>
          <p:nvPr>
            <p:ph hasCustomPrompt="1" idx="6" type="title"/>
          </p:nvPr>
        </p:nvSpPr>
        <p:spPr>
          <a:xfrm>
            <a:off x="6363576" y="2130720"/>
            <a:ext cx="885900" cy="70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/>
          <p:nvPr>
            <p:ph idx="7" type="subTitle"/>
          </p:nvPr>
        </p:nvSpPr>
        <p:spPr>
          <a:xfrm>
            <a:off x="6217849" y="2995276"/>
            <a:ext cx="2205600" cy="3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/>
        </p:txBody>
      </p:sp>
      <p:sp>
        <p:nvSpPr>
          <p:cNvPr id="66" name="Google Shape;66;p13"/>
          <p:cNvSpPr txBox="1"/>
          <p:nvPr>
            <p:ph idx="8" type="subTitle"/>
          </p:nvPr>
        </p:nvSpPr>
        <p:spPr>
          <a:xfrm>
            <a:off x="6217850" y="3346802"/>
            <a:ext cx="2205600" cy="8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/>
        </p:txBody>
      </p:sp>
      <p:sp>
        <p:nvSpPr>
          <p:cNvPr id="67" name="Google Shape;67;p13"/>
          <p:cNvSpPr/>
          <p:nvPr/>
        </p:nvSpPr>
        <p:spPr>
          <a:xfrm>
            <a:off x="720000" y="727800"/>
            <a:ext cx="5778000" cy="2724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3"/>
          <p:cNvSpPr txBox="1"/>
          <p:nvPr>
            <p:ph idx="9" type="title"/>
          </p:nvPr>
        </p:nvSpPr>
        <p:spPr>
          <a:xfrm>
            <a:off x="720000" y="387600"/>
            <a:ext cx="77040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/>
        </p:txBody>
      </p:sp>
      <p:sp>
        <p:nvSpPr>
          <p:cNvPr id="69" name="Google Shape;69;p13"/>
          <p:cNvSpPr/>
          <p:nvPr/>
        </p:nvSpPr>
        <p:spPr>
          <a:xfrm rot="-7205113">
            <a:off x="7466444" y="-1156119"/>
            <a:ext cx="4039941" cy="2967686"/>
          </a:xfrm>
          <a:custGeom>
            <a:rect b="b" l="l" r="r" t="t"/>
            <a:pathLst>
              <a:path extrusionOk="0" h="111248" w="151443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2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idx="1" type="subTitle"/>
          </p:nvPr>
        </p:nvSpPr>
        <p:spPr>
          <a:xfrm>
            <a:off x="1759875" y="1833925"/>
            <a:ext cx="2437200" cy="3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/>
        </p:txBody>
      </p:sp>
      <p:sp>
        <p:nvSpPr>
          <p:cNvPr id="72" name="Google Shape;72;p14"/>
          <p:cNvSpPr txBox="1"/>
          <p:nvPr>
            <p:ph idx="2" type="subTitle"/>
          </p:nvPr>
        </p:nvSpPr>
        <p:spPr>
          <a:xfrm>
            <a:off x="1759875" y="2185449"/>
            <a:ext cx="24372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73" name="Google Shape;73;p14"/>
          <p:cNvSpPr txBox="1"/>
          <p:nvPr>
            <p:ph idx="3" type="subTitle"/>
          </p:nvPr>
        </p:nvSpPr>
        <p:spPr>
          <a:xfrm>
            <a:off x="1759875" y="3213476"/>
            <a:ext cx="2437200" cy="3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/>
        </p:txBody>
      </p:sp>
      <p:sp>
        <p:nvSpPr>
          <p:cNvPr id="74" name="Google Shape;74;p14"/>
          <p:cNvSpPr txBox="1"/>
          <p:nvPr>
            <p:ph idx="4" type="subTitle"/>
          </p:nvPr>
        </p:nvSpPr>
        <p:spPr>
          <a:xfrm>
            <a:off x="1759875" y="3565000"/>
            <a:ext cx="24372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75" name="Google Shape;75;p14"/>
          <p:cNvSpPr/>
          <p:nvPr/>
        </p:nvSpPr>
        <p:spPr>
          <a:xfrm>
            <a:off x="720000" y="727800"/>
            <a:ext cx="5778000" cy="2724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4"/>
          <p:cNvSpPr txBox="1"/>
          <p:nvPr>
            <p:ph type="title"/>
          </p:nvPr>
        </p:nvSpPr>
        <p:spPr>
          <a:xfrm>
            <a:off x="720000" y="387600"/>
            <a:ext cx="77040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/>
        </p:txBody>
      </p:sp>
      <p:sp>
        <p:nvSpPr>
          <p:cNvPr id="77" name="Google Shape;77;p14"/>
          <p:cNvSpPr/>
          <p:nvPr/>
        </p:nvSpPr>
        <p:spPr>
          <a:xfrm rot="-1511913">
            <a:off x="6565550" y="3932284"/>
            <a:ext cx="4039901" cy="2967657"/>
          </a:xfrm>
          <a:custGeom>
            <a:rect b="b" l="l" r="r" t="t"/>
            <a:pathLst>
              <a:path extrusionOk="0" h="111248" w="151443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 txBox="1"/>
          <p:nvPr>
            <p:ph idx="5" type="subTitle"/>
          </p:nvPr>
        </p:nvSpPr>
        <p:spPr>
          <a:xfrm>
            <a:off x="5742675" y="1833925"/>
            <a:ext cx="2437200" cy="3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/>
        </p:txBody>
      </p:sp>
      <p:sp>
        <p:nvSpPr>
          <p:cNvPr id="79" name="Google Shape;79;p14"/>
          <p:cNvSpPr txBox="1"/>
          <p:nvPr>
            <p:ph idx="6" type="subTitle"/>
          </p:nvPr>
        </p:nvSpPr>
        <p:spPr>
          <a:xfrm>
            <a:off x="5742675" y="2185449"/>
            <a:ext cx="24372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80" name="Google Shape;80;p14"/>
          <p:cNvSpPr txBox="1"/>
          <p:nvPr>
            <p:ph idx="7" type="subTitle"/>
          </p:nvPr>
        </p:nvSpPr>
        <p:spPr>
          <a:xfrm>
            <a:off x="5742675" y="3213476"/>
            <a:ext cx="2437200" cy="3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/>
        </p:txBody>
      </p:sp>
      <p:sp>
        <p:nvSpPr>
          <p:cNvPr id="81" name="Google Shape;81;p14"/>
          <p:cNvSpPr txBox="1"/>
          <p:nvPr>
            <p:ph idx="8" type="subTitle"/>
          </p:nvPr>
        </p:nvSpPr>
        <p:spPr>
          <a:xfrm>
            <a:off x="5742675" y="3565000"/>
            <a:ext cx="24372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1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720000" y="1509750"/>
            <a:ext cx="3852000" cy="301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" name="Google Shape;84;p15"/>
          <p:cNvSpPr/>
          <p:nvPr/>
        </p:nvSpPr>
        <p:spPr>
          <a:xfrm>
            <a:off x="720000" y="727800"/>
            <a:ext cx="5778000" cy="2724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5"/>
          <p:cNvSpPr txBox="1"/>
          <p:nvPr>
            <p:ph type="title"/>
          </p:nvPr>
        </p:nvSpPr>
        <p:spPr>
          <a:xfrm>
            <a:off x="720000" y="387600"/>
            <a:ext cx="77040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/>
        </p:txBody>
      </p:sp>
      <p:sp>
        <p:nvSpPr>
          <p:cNvPr id="86" name="Google Shape;86;p15"/>
          <p:cNvSpPr/>
          <p:nvPr/>
        </p:nvSpPr>
        <p:spPr>
          <a:xfrm flipH="1" rot="-8581717">
            <a:off x="6085519" y="-1496329"/>
            <a:ext cx="4402909" cy="3234318"/>
          </a:xfrm>
          <a:custGeom>
            <a:rect b="b" l="l" r="r" t="t"/>
            <a:pathLst>
              <a:path extrusionOk="0" h="111248" w="151443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5"/>
          <p:cNvSpPr txBox="1"/>
          <p:nvPr>
            <p:ph idx="2" type="body"/>
          </p:nvPr>
        </p:nvSpPr>
        <p:spPr>
          <a:xfrm>
            <a:off x="4572000" y="1509750"/>
            <a:ext cx="3852000" cy="301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3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720000" y="727800"/>
            <a:ext cx="5778000" cy="2724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6"/>
          <p:cNvSpPr txBox="1"/>
          <p:nvPr>
            <p:ph type="title"/>
          </p:nvPr>
        </p:nvSpPr>
        <p:spPr>
          <a:xfrm>
            <a:off x="720000" y="387600"/>
            <a:ext cx="77040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/>
        </p:txBody>
      </p:sp>
      <p:sp>
        <p:nvSpPr>
          <p:cNvPr id="91" name="Google Shape;91;p16"/>
          <p:cNvSpPr/>
          <p:nvPr/>
        </p:nvSpPr>
        <p:spPr>
          <a:xfrm rot="5779024">
            <a:off x="6674180" y="-1814790"/>
            <a:ext cx="4039660" cy="2967480"/>
          </a:xfrm>
          <a:custGeom>
            <a:rect b="b" l="l" r="r" t="t"/>
            <a:pathLst>
              <a:path extrusionOk="0" h="111248" w="151443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6"/>
          <p:cNvSpPr/>
          <p:nvPr/>
        </p:nvSpPr>
        <p:spPr>
          <a:xfrm rot="4073489">
            <a:off x="-2214151" y="3333524"/>
            <a:ext cx="4039961" cy="2967701"/>
          </a:xfrm>
          <a:custGeom>
            <a:rect b="b" l="l" r="r" t="t"/>
            <a:pathLst>
              <a:path extrusionOk="0" h="111248" w="151443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4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/>
          <p:nvPr/>
        </p:nvSpPr>
        <p:spPr>
          <a:xfrm>
            <a:off x="720000" y="727800"/>
            <a:ext cx="5778000" cy="2724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7"/>
          <p:cNvSpPr txBox="1"/>
          <p:nvPr>
            <p:ph type="title"/>
          </p:nvPr>
        </p:nvSpPr>
        <p:spPr>
          <a:xfrm>
            <a:off x="720000" y="387600"/>
            <a:ext cx="77040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/>
        </p:txBody>
      </p:sp>
      <p:sp>
        <p:nvSpPr>
          <p:cNvPr id="96" name="Google Shape;96;p17"/>
          <p:cNvSpPr/>
          <p:nvPr/>
        </p:nvSpPr>
        <p:spPr>
          <a:xfrm rot="-5923251">
            <a:off x="7241910" y="-943961"/>
            <a:ext cx="4040262" cy="2967923"/>
          </a:xfrm>
          <a:custGeom>
            <a:rect b="b" l="l" r="r" t="t"/>
            <a:pathLst>
              <a:path extrusionOk="0" h="111248" w="151443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7"/>
          <p:cNvSpPr txBox="1"/>
          <p:nvPr>
            <p:ph idx="1" type="subTitle"/>
          </p:nvPr>
        </p:nvSpPr>
        <p:spPr>
          <a:xfrm>
            <a:off x="723900" y="1833925"/>
            <a:ext cx="2205600" cy="371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/>
        </p:txBody>
      </p:sp>
      <p:sp>
        <p:nvSpPr>
          <p:cNvPr id="98" name="Google Shape;98;p17"/>
          <p:cNvSpPr txBox="1"/>
          <p:nvPr>
            <p:ph idx="2" type="subTitle"/>
          </p:nvPr>
        </p:nvSpPr>
        <p:spPr>
          <a:xfrm>
            <a:off x="723900" y="2185450"/>
            <a:ext cx="2205600" cy="6126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99" name="Google Shape;99;p17"/>
          <p:cNvSpPr txBox="1"/>
          <p:nvPr>
            <p:ph idx="3" type="subTitle"/>
          </p:nvPr>
        </p:nvSpPr>
        <p:spPr>
          <a:xfrm>
            <a:off x="3470874" y="1833925"/>
            <a:ext cx="2205600" cy="371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/>
        </p:txBody>
      </p:sp>
      <p:sp>
        <p:nvSpPr>
          <p:cNvPr id="100" name="Google Shape;100;p17"/>
          <p:cNvSpPr txBox="1"/>
          <p:nvPr>
            <p:ph idx="4" type="subTitle"/>
          </p:nvPr>
        </p:nvSpPr>
        <p:spPr>
          <a:xfrm>
            <a:off x="3470875" y="2185450"/>
            <a:ext cx="2205600" cy="6126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01" name="Google Shape;101;p17"/>
          <p:cNvSpPr txBox="1"/>
          <p:nvPr>
            <p:ph idx="5" type="subTitle"/>
          </p:nvPr>
        </p:nvSpPr>
        <p:spPr>
          <a:xfrm>
            <a:off x="6217849" y="1833925"/>
            <a:ext cx="2205600" cy="371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/>
        </p:txBody>
      </p:sp>
      <p:sp>
        <p:nvSpPr>
          <p:cNvPr id="102" name="Google Shape;102;p17"/>
          <p:cNvSpPr txBox="1"/>
          <p:nvPr>
            <p:ph idx="6" type="subTitle"/>
          </p:nvPr>
        </p:nvSpPr>
        <p:spPr>
          <a:xfrm>
            <a:off x="6217850" y="2185450"/>
            <a:ext cx="2205600" cy="6126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03" name="Google Shape;103;p17"/>
          <p:cNvSpPr txBox="1"/>
          <p:nvPr>
            <p:ph idx="7" type="subTitle"/>
          </p:nvPr>
        </p:nvSpPr>
        <p:spPr>
          <a:xfrm>
            <a:off x="722225" y="3213476"/>
            <a:ext cx="2205600" cy="371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/>
        </p:txBody>
      </p:sp>
      <p:sp>
        <p:nvSpPr>
          <p:cNvPr id="104" name="Google Shape;104;p17"/>
          <p:cNvSpPr txBox="1"/>
          <p:nvPr>
            <p:ph idx="8" type="subTitle"/>
          </p:nvPr>
        </p:nvSpPr>
        <p:spPr>
          <a:xfrm>
            <a:off x="722225" y="3565000"/>
            <a:ext cx="2205600" cy="6126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05" name="Google Shape;105;p17"/>
          <p:cNvSpPr txBox="1"/>
          <p:nvPr>
            <p:ph idx="9" type="subTitle"/>
          </p:nvPr>
        </p:nvSpPr>
        <p:spPr>
          <a:xfrm>
            <a:off x="3469199" y="3213476"/>
            <a:ext cx="2205600" cy="371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/>
        </p:txBody>
      </p:sp>
      <p:sp>
        <p:nvSpPr>
          <p:cNvPr id="106" name="Google Shape;106;p17"/>
          <p:cNvSpPr txBox="1"/>
          <p:nvPr>
            <p:ph idx="13" type="subTitle"/>
          </p:nvPr>
        </p:nvSpPr>
        <p:spPr>
          <a:xfrm>
            <a:off x="3469200" y="3565000"/>
            <a:ext cx="2205600" cy="6126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07" name="Google Shape;107;p17"/>
          <p:cNvSpPr txBox="1"/>
          <p:nvPr>
            <p:ph idx="14" type="subTitle"/>
          </p:nvPr>
        </p:nvSpPr>
        <p:spPr>
          <a:xfrm>
            <a:off x="6216174" y="3213476"/>
            <a:ext cx="2205600" cy="371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/>
        </p:txBody>
      </p:sp>
      <p:sp>
        <p:nvSpPr>
          <p:cNvPr id="108" name="Google Shape;108;p17"/>
          <p:cNvSpPr txBox="1"/>
          <p:nvPr>
            <p:ph idx="15" type="subTitle"/>
          </p:nvPr>
        </p:nvSpPr>
        <p:spPr>
          <a:xfrm>
            <a:off x="6216175" y="3565000"/>
            <a:ext cx="2205600" cy="6126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09" name="Google Shape;109;p17"/>
          <p:cNvSpPr/>
          <p:nvPr/>
        </p:nvSpPr>
        <p:spPr>
          <a:xfrm rot="-8371819">
            <a:off x="-1873976" y="4404423"/>
            <a:ext cx="4040141" cy="2967834"/>
          </a:xfrm>
          <a:custGeom>
            <a:rect b="b" l="l" r="r" t="t"/>
            <a:pathLst>
              <a:path extrusionOk="0" h="111248" w="151443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2">
  <p:cSld name="CUSTOM_13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idx="1" type="subTitle"/>
          </p:nvPr>
        </p:nvSpPr>
        <p:spPr>
          <a:xfrm>
            <a:off x="720000" y="2548727"/>
            <a:ext cx="3261300" cy="12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112" name="Google Shape;112;p18"/>
          <p:cNvSpPr txBox="1"/>
          <p:nvPr>
            <p:ph type="title"/>
          </p:nvPr>
        </p:nvSpPr>
        <p:spPr>
          <a:xfrm>
            <a:off x="720000" y="1360990"/>
            <a:ext cx="3261300" cy="11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/>
        </p:txBody>
      </p:sp>
      <p:sp>
        <p:nvSpPr>
          <p:cNvPr id="113" name="Google Shape;113;p18"/>
          <p:cNvSpPr/>
          <p:nvPr/>
        </p:nvSpPr>
        <p:spPr>
          <a:xfrm rot="-1956016">
            <a:off x="4873532" y="2411499"/>
            <a:ext cx="5697651" cy="4185418"/>
          </a:xfrm>
          <a:custGeom>
            <a:rect b="b" l="l" r="r" t="t"/>
            <a:pathLst>
              <a:path extrusionOk="0" h="111248" w="151443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8"/>
          <p:cNvSpPr/>
          <p:nvPr/>
        </p:nvSpPr>
        <p:spPr>
          <a:xfrm rot="8978585">
            <a:off x="-1778153" y="-1236583"/>
            <a:ext cx="4040147" cy="2967838"/>
          </a:xfrm>
          <a:custGeom>
            <a:rect b="b" l="l" r="r" t="t"/>
            <a:pathLst>
              <a:path extrusionOk="0" h="111248" w="151443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2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type="title"/>
          </p:nvPr>
        </p:nvSpPr>
        <p:spPr>
          <a:xfrm>
            <a:off x="4769400" y="1432250"/>
            <a:ext cx="3654600" cy="9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17" name="Google Shape;117;p19"/>
          <p:cNvSpPr txBox="1"/>
          <p:nvPr/>
        </p:nvSpPr>
        <p:spPr>
          <a:xfrm>
            <a:off x="4769400" y="3515998"/>
            <a:ext cx="36546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CREDITS: This presentation template was created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including icons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infographics &amp; images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illustrations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Stories</a:t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8" name="Google Shape;118;p19"/>
          <p:cNvSpPr txBox="1"/>
          <p:nvPr>
            <p:ph idx="1" type="subTitle"/>
          </p:nvPr>
        </p:nvSpPr>
        <p:spPr>
          <a:xfrm>
            <a:off x="4769400" y="2380376"/>
            <a:ext cx="3654600" cy="101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CUSTOM_9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/>
          <p:nvPr/>
        </p:nvSpPr>
        <p:spPr>
          <a:xfrm flipH="1" rot="-9843763">
            <a:off x="1210955" y="167965"/>
            <a:ext cx="7743762" cy="4660210"/>
          </a:xfrm>
          <a:custGeom>
            <a:rect b="b" l="l" r="r" t="t"/>
            <a:pathLst>
              <a:path extrusionOk="0" h="110474" w="159514">
                <a:moveTo>
                  <a:pt x="45147" y="0"/>
                </a:moveTo>
                <a:cubicBezTo>
                  <a:pt x="37611" y="0"/>
                  <a:pt x="30146" y="3378"/>
                  <a:pt x="22816" y="12595"/>
                </a:cubicBezTo>
                <a:cubicBezTo>
                  <a:pt x="0" y="41316"/>
                  <a:pt x="46700" y="90351"/>
                  <a:pt x="69249" y="103327"/>
                </a:cubicBezTo>
                <a:cubicBezTo>
                  <a:pt x="77689" y="108192"/>
                  <a:pt x="87067" y="110473"/>
                  <a:pt x="96471" y="110473"/>
                </a:cubicBezTo>
                <a:cubicBezTo>
                  <a:pt x="119178" y="110473"/>
                  <a:pt x="142032" y="97169"/>
                  <a:pt x="152175" y="74807"/>
                </a:cubicBezTo>
                <a:cubicBezTo>
                  <a:pt x="159147" y="59396"/>
                  <a:pt x="159514" y="43484"/>
                  <a:pt x="150307" y="30075"/>
                </a:cubicBezTo>
                <a:cubicBezTo>
                  <a:pt x="143020" y="19415"/>
                  <a:pt x="138448" y="16065"/>
                  <a:pt x="134265" y="16065"/>
                </a:cubicBezTo>
                <a:cubicBezTo>
                  <a:pt x="128185" y="16065"/>
                  <a:pt x="122926" y="23142"/>
                  <a:pt x="111346" y="25138"/>
                </a:cubicBezTo>
                <a:cubicBezTo>
                  <a:pt x="110039" y="25364"/>
                  <a:pt x="108728" y="25470"/>
                  <a:pt x="107413" y="25470"/>
                </a:cubicBezTo>
                <a:cubicBezTo>
                  <a:pt x="87055" y="25470"/>
                  <a:pt x="65838" y="0"/>
                  <a:pt x="45147" y="0"/>
                </a:cubicBez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0"/>
          <p:cNvSpPr txBox="1"/>
          <p:nvPr>
            <p:ph type="title"/>
          </p:nvPr>
        </p:nvSpPr>
        <p:spPr>
          <a:xfrm flipH="1">
            <a:off x="4168650" y="1723650"/>
            <a:ext cx="3626700" cy="1696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2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>
            <p:ph hasCustomPrompt="1" type="title"/>
          </p:nvPr>
        </p:nvSpPr>
        <p:spPr>
          <a:xfrm>
            <a:off x="764102" y="1967402"/>
            <a:ext cx="885900" cy="70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4" name="Google Shape;124;p21"/>
          <p:cNvSpPr txBox="1"/>
          <p:nvPr>
            <p:ph idx="1" type="subTitle"/>
          </p:nvPr>
        </p:nvSpPr>
        <p:spPr>
          <a:xfrm>
            <a:off x="1759875" y="1833925"/>
            <a:ext cx="2682600" cy="3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/>
        </p:txBody>
      </p:sp>
      <p:sp>
        <p:nvSpPr>
          <p:cNvPr id="125" name="Google Shape;125;p21"/>
          <p:cNvSpPr txBox="1"/>
          <p:nvPr>
            <p:ph idx="2" type="subTitle"/>
          </p:nvPr>
        </p:nvSpPr>
        <p:spPr>
          <a:xfrm>
            <a:off x="1759875" y="2185449"/>
            <a:ext cx="26826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26" name="Google Shape;126;p21"/>
          <p:cNvSpPr txBox="1"/>
          <p:nvPr>
            <p:ph hasCustomPrompt="1" idx="3" type="title"/>
          </p:nvPr>
        </p:nvSpPr>
        <p:spPr>
          <a:xfrm>
            <a:off x="764102" y="3346952"/>
            <a:ext cx="885900" cy="70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7" name="Google Shape;127;p21"/>
          <p:cNvSpPr txBox="1"/>
          <p:nvPr>
            <p:ph idx="4" type="subTitle"/>
          </p:nvPr>
        </p:nvSpPr>
        <p:spPr>
          <a:xfrm>
            <a:off x="1759875" y="3213476"/>
            <a:ext cx="2682600" cy="3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/>
        </p:txBody>
      </p:sp>
      <p:sp>
        <p:nvSpPr>
          <p:cNvPr id="128" name="Google Shape;128;p21"/>
          <p:cNvSpPr txBox="1"/>
          <p:nvPr>
            <p:ph idx="5" type="subTitle"/>
          </p:nvPr>
        </p:nvSpPr>
        <p:spPr>
          <a:xfrm>
            <a:off x="1759875" y="3565000"/>
            <a:ext cx="26826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29" name="Google Shape;129;p21"/>
          <p:cNvSpPr/>
          <p:nvPr/>
        </p:nvSpPr>
        <p:spPr>
          <a:xfrm>
            <a:off x="720000" y="727800"/>
            <a:ext cx="5778000" cy="2724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1"/>
          <p:cNvSpPr txBox="1"/>
          <p:nvPr>
            <p:ph idx="6" type="title"/>
          </p:nvPr>
        </p:nvSpPr>
        <p:spPr>
          <a:xfrm>
            <a:off x="720000" y="387600"/>
            <a:ext cx="77040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/>
        </p:txBody>
      </p:sp>
      <p:sp>
        <p:nvSpPr>
          <p:cNvPr id="131" name="Google Shape;131;p21"/>
          <p:cNvSpPr/>
          <p:nvPr/>
        </p:nvSpPr>
        <p:spPr>
          <a:xfrm rot="-9542052">
            <a:off x="7466404" y="-1156051"/>
            <a:ext cx="4039911" cy="2967664"/>
          </a:xfrm>
          <a:custGeom>
            <a:rect b="b" l="l" r="r" t="t"/>
            <a:pathLst>
              <a:path extrusionOk="0" h="111248" w="151443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1"/>
          <p:cNvSpPr/>
          <p:nvPr/>
        </p:nvSpPr>
        <p:spPr>
          <a:xfrm rot="3055103">
            <a:off x="-1997717" y="3749245"/>
            <a:ext cx="4039950" cy="2967693"/>
          </a:xfrm>
          <a:custGeom>
            <a:rect b="b" l="l" r="r" t="t"/>
            <a:pathLst>
              <a:path extrusionOk="0" h="111248" w="151443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1"/>
          <p:cNvSpPr txBox="1"/>
          <p:nvPr>
            <p:ph hasCustomPrompt="1" idx="7" type="title"/>
          </p:nvPr>
        </p:nvSpPr>
        <p:spPr>
          <a:xfrm>
            <a:off x="4746900" y="1967402"/>
            <a:ext cx="885900" cy="70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4" name="Google Shape;134;p21"/>
          <p:cNvSpPr txBox="1"/>
          <p:nvPr>
            <p:ph idx="8" type="subTitle"/>
          </p:nvPr>
        </p:nvSpPr>
        <p:spPr>
          <a:xfrm>
            <a:off x="5742673" y="1833925"/>
            <a:ext cx="2682600" cy="3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/>
        </p:txBody>
      </p:sp>
      <p:sp>
        <p:nvSpPr>
          <p:cNvPr id="135" name="Google Shape;135;p21"/>
          <p:cNvSpPr txBox="1"/>
          <p:nvPr>
            <p:ph idx="9" type="subTitle"/>
          </p:nvPr>
        </p:nvSpPr>
        <p:spPr>
          <a:xfrm>
            <a:off x="5742673" y="2185449"/>
            <a:ext cx="26826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36" name="Google Shape;136;p21"/>
          <p:cNvSpPr txBox="1"/>
          <p:nvPr>
            <p:ph hasCustomPrompt="1" idx="13" type="title"/>
          </p:nvPr>
        </p:nvSpPr>
        <p:spPr>
          <a:xfrm>
            <a:off x="4746900" y="3346952"/>
            <a:ext cx="885900" cy="70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7" name="Google Shape;137;p21"/>
          <p:cNvSpPr txBox="1"/>
          <p:nvPr>
            <p:ph idx="14" type="subTitle"/>
          </p:nvPr>
        </p:nvSpPr>
        <p:spPr>
          <a:xfrm>
            <a:off x="5742673" y="3213476"/>
            <a:ext cx="2682600" cy="3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/>
        </p:txBody>
      </p:sp>
      <p:sp>
        <p:nvSpPr>
          <p:cNvPr id="138" name="Google Shape;138;p21"/>
          <p:cNvSpPr txBox="1"/>
          <p:nvPr>
            <p:ph idx="15" type="subTitle"/>
          </p:nvPr>
        </p:nvSpPr>
        <p:spPr>
          <a:xfrm>
            <a:off x="5742673" y="3565000"/>
            <a:ext cx="26826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CUSTOM_17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/>
          <p:nvPr>
            <p:ph idx="1" type="body"/>
          </p:nvPr>
        </p:nvSpPr>
        <p:spPr>
          <a:xfrm>
            <a:off x="720000" y="2075500"/>
            <a:ext cx="5250900" cy="19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1" name="Google Shape;141;p22"/>
          <p:cNvSpPr/>
          <p:nvPr/>
        </p:nvSpPr>
        <p:spPr>
          <a:xfrm>
            <a:off x="720000" y="727800"/>
            <a:ext cx="5778000" cy="2724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2"/>
          <p:cNvSpPr txBox="1"/>
          <p:nvPr>
            <p:ph type="title"/>
          </p:nvPr>
        </p:nvSpPr>
        <p:spPr>
          <a:xfrm>
            <a:off x="720000" y="387600"/>
            <a:ext cx="77040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/>
        </p:txBody>
      </p:sp>
      <p:sp>
        <p:nvSpPr>
          <p:cNvPr id="143" name="Google Shape;143;p22"/>
          <p:cNvSpPr/>
          <p:nvPr/>
        </p:nvSpPr>
        <p:spPr>
          <a:xfrm flipH="1" rot="-3678890">
            <a:off x="6399760" y="2305526"/>
            <a:ext cx="4402922" cy="3234328"/>
          </a:xfrm>
          <a:custGeom>
            <a:rect b="b" l="l" r="r" t="t"/>
            <a:pathLst>
              <a:path extrusionOk="0" h="111248" w="151443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CUSTOM_18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/>
          <p:nvPr/>
        </p:nvSpPr>
        <p:spPr>
          <a:xfrm>
            <a:off x="720000" y="727800"/>
            <a:ext cx="5778000" cy="2724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3"/>
          <p:cNvSpPr txBox="1"/>
          <p:nvPr>
            <p:ph type="title"/>
          </p:nvPr>
        </p:nvSpPr>
        <p:spPr>
          <a:xfrm>
            <a:off x="720000" y="387600"/>
            <a:ext cx="77040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/>
        </p:txBody>
      </p:sp>
      <p:sp>
        <p:nvSpPr>
          <p:cNvPr id="147" name="Google Shape;147;p23"/>
          <p:cNvSpPr/>
          <p:nvPr/>
        </p:nvSpPr>
        <p:spPr>
          <a:xfrm rot="-8100000">
            <a:off x="6361897" y="-1756516"/>
            <a:ext cx="4040369" cy="2968001"/>
          </a:xfrm>
          <a:custGeom>
            <a:rect b="b" l="l" r="r" t="t"/>
            <a:pathLst>
              <a:path extrusionOk="0" h="111248" w="151443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3"/>
          <p:cNvSpPr txBox="1"/>
          <p:nvPr>
            <p:ph idx="1" type="subTitle"/>
          </p:nvPr>
        </p:nvSpPr>
        <p:spPr>
          <a:xfrm>
            <a:off x="723802" y="2074749"/>
            <a:ext cx="2076000" cy="371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/>
        </p:txBody>
      </p:sp>
      <p:sp>
        <p:nvSpPr>
          <p:cNvPr id="149" name="Google Shape;149;p23"/>
          <p:cNvSpPr txBox="1"/>
          <p:nvPr>
            <p:ph idx="2" type="subTitle"/>
          </p:nvPr>
        </p:nvSpPr>
        <p:spPr>
          <a:xfrm>
            <a:off x="723802" y="2426274"/>
            <a:ext cx="2076000" cy="6126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50" name="Google Shape;150;p23"/>
          <p:cNvSpPr txBox="1"/>
          <p:nvPr>
            <p:ph idx="3" type="subTitle"/>
          </p:nvPr>
        </p:nvSpPr>
        <p:spPr>
          <a:xfrm>
            <a:off x="2938139" y="2074749"/>
            <a:ext cx="2076000" cy="371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/>
        </p:txBody>
      </p:sp>
      <p:sp>
        <p:nvSpPr>
          <p:cNvPr id="151" name="Google Shape;151;p23"/>
          <p:cNvSpPr txBox="1"/>
          <p:nvPr>
            <p:ph idx="4" type="subTitle"/>
          </p:nvPr>
        </p:nvSpPr>
        <p:spPr>
          <a:xfrm>
            <a:off x="2938139" y="2426274"/>
            <a:ext cx="2076000" cy="6126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52" name="Google Shape;152;p23"/>
          <p:cNvSpPr txBox="1"/>
          <p:nvPr>
            <p:ph idx="5" type="subTitle"/>
          </p:nvPr>
        </p:nvSpPr>
        <p:spPr>
          <a:xfrm>
            <a:off x="722225" y="3454301"/>
            <a:ext cx="2076000" cy="371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/>
        </p:txBody>
      </p:sp>
      <p:sp>
        <p:nvSpPr>
          <p:cNvPr id="153" name="Google Shape;153;p23"/>
          <p:cNvSpPr txBox="1"/>
          <p:nvPr>
            <p:ph idx="6" type="subTitle"/>
          </p:nvPr>
        </p:nvSpPr>
        <p:spPr>
          <a:xfrm>
            <a:off x="722225" y="3805824"/>
            <a:ext cx="2076000" cy="6126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54" name="Google Shape;154;p23"/>
          <p:cNvSpPr txBox="1"/>
          <p:nvPr>
            <p:ph idx="7" type="subTitle"/>
          </p:nvPr>
        </p:nvSpPr>
        <p:spPr>
          <a:xfrm>
            <a:off x="2938139" y="3454301"/>
            <a:ext cx="2076000" cy="371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/>
        </p:txBody>
      </p:sp>
      <p:sp>
        <p:nvSpPr>
          <p:cNvPr id="155" name="Google Shape;155;p23"/>
          <p:cNvSpPr txBox="1"/>
          <p:nvPr>
            <p:ph idx="8" type="subTitle"/>
          </p:nvPr>
        </p:nvSpPr>
        <p:spPr>
          <a:xfrm>
            <a:off x="2938139" y="3805824"/>
            <a:ext cx="2076000" cy="6126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56" name="Google Shape;156;p23"/>
          <p:cNvSpPr/>
          <p:nvPr/>
        </p:nvSpPr>
        <p:spPr>
          <a:xfrm rot="-8371819">
            <a:off x="7449274" y="4404423"/>
            <a:ext cx="4040141" cy="2967834"/>
          </a:xfrm>
          <a:custGeom>
            <a:rect b="b" l="l" r="r" t="t"/>
            <a:pathLst>
              <a:path extrusionOk="0" h="111248" w="151443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noFill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0000" y="390930"/>
            <a:ext cx="77040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Black"/>
              <a:buNone/>
              <a:defRPr sz="32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Black"/>
              <a:buNone/>
              <a:defRPr sz="32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Black"/>
              <a:buNone/>
              <a:defRPr sz="32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Black"/>
              <a:buNone/>
              <a:defRPr sz="32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Black"/>
              <a:buNone/>
              <a:defRPr sz="32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Black"/>
              <a:buNone/>
              <a:defRPr sz="32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Black"/>
              <a:buNone/>
              <a:defRPr sz="32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Black"/>
              <a:buNone/>
              <a:defRPr sz="32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Black"/>
              <a:buNone/>
              <a:defRPr sz="32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20000" y="1300850"/>
            <a:ext cx="7704000" cy="3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/>
          <p:nvPr/>
        </p:nvSpPr>
        <p:spPr>
          <a:xfrm>
            <a:off x="12812293" y="872774"/>
            <a:ext cx="144983" cy="272315"/>
          </a:xfrm>
          <a:custGeom>
            <a:rect b="b" l="l" r="r" t="t"/>
            <a:pathLst>
              <a:path extrusionOk="0" h="1388" w="739">
                <a:moveTo>
                  <a:pt x="36" y="1"/>
                </a:moveTo>
                <a:cubicBezTo>
                  <a:pt x="27" y="1"/>
                  <a:pt x="18" y="7"/>
                  <a:pt x="12" y="18"/>
                </a:cubicBezTo>
                <a:cubicBezTo>
                  <a:pt x="1" y="30"/>
                  <a:pt x="1" y="42"/>
                  <a:pt x="12" y="54"/>
                </a:cubicBezTo>
                <a:cubicBezTo>
                  <a:pt x="405" y="590"/>
                  <a:pt x="679" y="1352"/>
                  <a:pt x="703" y="1364"/>
                </a:cubicBezTo>
                <a:cubicBezTo>
                  <a:pt x="679" y="1388"/>
                  <a:pt x="715" y="1388"/>
                  <a:pt x="727" y="1388"/>
                </a:cubicBezTo>
                <a:cubicBezTo>
                  <a:pt x="739" y="1364"/>
                  <a:pt x="739" y="1352"/>
                  <a:pt x="739" y="1340"/>
                </a:cubicBezTo>
                <a:cubicBezTo>
                  <a:pt x="739" y="1328"/>
                  <a:pt x="453" y="554"/>
                  <a:pt x="60" y="18"/>
                </a:cubicBezTo>
                <a:cubicBezTo>
                  <a:pt x="54" y="7"/>
                  <a:pt x="45" y="1"/>
                  <a:pt x="36" y="1"/>
                </a:cubicBezTo>
                <a:close/>
              </a:path>
            </a:pathLst>
          </a:custGeom>
          <a:solidFill>
            <a:srgbClr val="FEF8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4"/>
          <p:cNvSpPr/>
          <p:nvPr/>
        </p:nvSpPr>
        <p:spPr>
          <a:xfrm>
            <a:off x="12634741" y="984406"/>
            <a:ext cx="165975" cy="226210"/>
          </a:xfrm>
          <a:custGeom>
            <a:rect b="b" l="l" r="r" t="t"/>
            <a:pathLst>
              <a:path extrusionOk="0" h="1153" w="846">
                <a:moveTo>
                  <a:pt x="804" y="0"/>
                </a:moveTo>
                <a:cubicBezTo>
                  <a:pt x="798" y="0"/>
                  <a:pt x="792" y="3"/>
                  <a:pt x="786" y="9"/>
                </a:cubicBezTo>
                <a:cubicBezTo>
                  <a:pt x="751" y="21"/>
                  <a:pt x="179" y="497"/>
                  <a:pt x="1" y="1116"/>
                </a:cubicBezTo>
                <a:cubicBezTo>
                  <a:pt x="1" y="1128"/>
                  <a:pt x="1" y="1140"/>
                  <a:pt x="24" y="1152"/>
                </a:cubicBezTo>
                <a:cubicBezTo>
                  <a:pt x="24" y="1140"/>
                  <a:pt x="36" y="1140"/>
                  <a:pt x="60" y="1140"/>
                </a:cubicBezTo>
                <a:lnTo>
                  <a:pt x="72" y="1128"/>
                </a:lnTo>
                <a:cubicBezTo>
                  <a:pt x="251" y="533"/>
                  <a:pt x="822" y="57"/>
                  <a:pt x="822" y="57"/>
                </a:cubicBezTo>
                <a:cubicBezTo>
                  <a:pt x="846" y="45"/>
                  <a:pt x="846" y="21"/>
                  <a:pt x="822" y="9"/>
                </a:cubicBezTo>
                <a:cubicBezTo>
                  <a:pt x="816" y="3"/>
                  <a:pt x="810" y="0"/>
                  <a:pt x="804" y="0"/>
                </a:cubicBezTo>
                <a:close/>
              </a:path>
            </a:pathLst>
          </a:custGeom>
          <a:solidFill>
            <a:srgbClr val="FEF8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4"/>
          <p:cNvSpPr/>
          <p:nvPr/>
        </p:nvSpPr>
        <p:spPr>
          <a:xfrm>
            <a:off x="12359096" y="2644566"/>
            <a:ext cx="116928" cy="53953"/>
          </a:xfrm>
          <a:custGeom>
            <a:rect b="b" l="l" r="r" t="t"/>
            <a:pathLst>
              <a:path extrusionOk="0" fill="none" h="275" w="596">
                <a:moveTo>
                  <a:pt x="1" y="274"/>
                </a:moveTo>
                <a:cubicBezTo>
                  <a:pt x="191" y="179"/>
                  <a:pt x="394" y="96"/>
                  <a:pt x="596" y="0"/>
                </a:cubicBezTo>
              </a:path>
            </a:pathLst>
          </a:custGeom>
          <a:noFill/>
          <a:ln cap="rnd" cmpd="sng" w="4475">
            <a:solidFill>
              <a:srgbClr val="2AB5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4"/>
          <p:cNvSpPr/>
          <p:nvPr/>
        </p:nvSpPr>
        <p:spPr>
          <a:xfrm>
            <a:off x="720000" y="1897395"/>
            <a:ext cx="2831100" cy="2724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4"/>
          <p:cNvSpPr txBox="1"/>
          <p:nvPr>
            <p:ph type="ctrTitle"/>
          </p:nvPr>
        </p:nvSpPr>
        <p:spPr>
          <a:xfrm>
            <a:off x="571250" y="694925"/>
            <a:ext cx="4161900" cy="31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Tipos de estructuras en paralelo</a:t>
            </a:r>
            <a:endParaRPr b="0" sz="5000"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pic>
        <p:nvPicPr>
          <p:cNvPr id="166" name="Google Shape;16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3150" y="618525"/>
            <a:ext cx="4106050" cy="410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5"/>
          <p:cNvSpPr/>
          <p:nvPr/>
        </p:nvSpPr>
        <p:spPr>
          <a:xfrm>
            <a:off x="720009" y="1832705"/>
            <a:ext cx="974100" cy="9741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5"/>
          <p:cNvSpPr/>
          <p:nvPr/>
        </p:nvSpPr>
        <p:spPr>
          <a:xfrm>
            <a:off x="720009" y="3212255"/>
            <a:ext cx="974100" cy="9741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5"/>
          <p:cNvSpPr/>
          <p:nvPr/>
        </p:nvSpPr>
        <p:spPr>
          <a:xfrm>
            <a:off x="4702809" y="1832705"/>
            <a:ext cx="974100" cy="9741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5"/>
          <p:cNvSpPr/>
          <p:nvPr/>
        </p:nvSpPr>
        <p:spPr>
          <a:xfrm>
            <a:off x="4702809" y="3212255"/>
            <a:ext cx="974100" cy="9741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5"/>
          <p:cNvSpPr txBox="1"/>
          <p:nvPr>
            <p:ph idx="4" type="subTitle"/>
          </p:nvPr>
        </p:nvSpPr>
        <p:spPr>
          <a:xfrm>
            <a:off x="1759875" y="3213475"/>
            <a:ext cx="2682600" cy="9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Tipos de programación en paralelo</a:t>
            </a:r>
            <a:endParaRPr/>
          </a:p>
        </p:txBody>
      </p:sp>
      <p:sp>
        <p:nvSpPr>
          <p:cNvPr id="176" name="Google Shape;176;p25"/>
          <p:cNvSpPr txBox="1"/>
          <p:nvPr>
            <p:ph idx="6" type="title"/>
          </p:nvPr>
        </p:nvSpPr>
        <p:spPr>
          <a:xfrm>
            <a:off x="720000" y="387600"/>
            <a:ext cx="77040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Indíce</a:t>
            </a:r>
            <a:endParaRPr/>
          </a:p>
        </p:txBody>
      </p:sp>
      <p:sp>
        <p:nvSpPr>
          <p:cNvPr id="177" name="Google Shape;177;p25"/>
          <p:cNvSpPr txBox="1"/>
          <p:nvPr>
            <p:ph idx="1" type="subTitle"/>
          </p:nvPr>
        </p:nvSpPr>
        <p:spPr>
          <a:xfrm>
            <a:off x="1759875" y="2134050"/>
            <a:ext cx="2682600" cy="3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Introducción</a:t>
            </a:r>
            <a:endParaRPr/>
          </a:p>
        </p:txBody>
      </p:sp>
      <p:sp>
        <p:nvSpPr>
          <p:cNvPr id="178" name="Google Shape;178;p25"/>
          <p:cNvSpPr txBox="1"/>
          <p:nvPr>
            <p:ph type="title"/>
          </p:nvPr>
        </p:nvSpPr>
        <p:spPr>
          <a:xfrm>
            <a:off x="764102" y="1967402"/>
            <a:ext cx="885900" cy="70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79" name="Google Shape;179;p25"/>
          <p:cNvSpPr txBox="1"/>
          <p:nvPr>
            <p:ph idx="7" type="title"/>
          </p:nvPr>
        </p:nvSpPr>
        <p:spPr>
          <a:xfrm>
            <a:off x="4746909" y="1967402"/>
            <a:ext cx="885900" cy="70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80" name="Google Shape;180;p25"/>
          <p:cNvSpPr txBox="1"/>
          <p:nvPr>
            <p:ph idx="8" type="subTitle"/>
          </p:nvPr>
        </p:nvSpPr>
        <p:spPr>
          <a:xfrm>
            <a:off x="5742675" y="1976300"/>
            <a:ext cx="26826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Procesamiento vectorial</a:t>
            </a:r>
            <a:endParaRPr/>
          </a:p>
        </p:txBody>
      </p:sp>
      <p:sp>
        <p:nvSpPr>
          <p:cNvPr id="181" name="Google Shape;181;p25"/>
          <p:cNvSpPr txBox="1"/>
          <p:nvPr>
            <p:ph idx="13" type="title"/>
          </p:nvPr>
        </p:nvSpPr>
        <p:spPr>
          <a:xfrm>
            <a:off x="4746909" y="3346952"/>
            <a:ext cx="885900" cy="70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182" name="Google Shape;182;p25"/>
          <p:cNvSpPr txBox="1"/>
          <p:nvPr>
            <p:ph idx="14" type="subTitle"/>
          </p:nvPr>
        </p:nvSpPr>
        <p:spPr>
          <a:xfrm>
            <a:off x="5742675" y="3213474"/>
            <a:ext cx="2682600" cy="9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Computadores para programación en paralelo</a:t>
            </a:r>
            <a:endParaRPr/>
          </a:p>
        </p:txBody>
      </p:sp>
      <p:sp>
        <p:nvSpPr>
          <p:cNvPr id="183" name="Google Shape;183;p25"/>
          <p:cNvSpPr txBox="1"/>
          <p:nvPr>
            <p:ph idx="3" type="title"/>
          </p:nvPr>
        </p:nvSpPr>
        <p:spPr>
          <a:xfrm>
            <a:off x="764102" y="3346952"/>
            <a:ext cx="885900" cy="70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6"/>
          <p:cNvSpPr/>
          <p:nvPr/>
        </p:nvSpPr>
        <p:spPr>
          <a:xfrm>
            <a:off x="1508700" y="2097632"/>
            <a:ext cx="3320700" cy="2724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6"/>
          <p:cNvSpPr txBox="1"/>
          <p:nvPr>
            <p:ph type="title"/>
          </p:nvPr>
        </p:nvSpPr>
        <p:spPr>
          <a:xfrm>
            <a:off x="1508700" y="1668335"/>
            <a:ext cx="3866100" cy="7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Introduc</a:t>
            </a:r>
            <a:r>
              <a:rPr lang="en"/>
              <a:t>c</a:t>
            </a:r>
            <a:r>
              <a:rPr lang="en" sz="4000"/>
              <a:t>i</a:t>
            </a:r>
            <a:r>
              <a:rPr lang="en" sz="4000"/>
              <a:t>o</a:t>
            </a:r>
            <a:r>
              <a:rPr lang="en" sz="4000"/>
              <a:t>n</a:t>
            </a:r>
            <a:endParaRPr sz="4000"/>
          </a:p>
        </p:txBody>
      </p:sp>
      <p:sp>
        <p:nvSpPr>
          <p:cNvPr id="190" name="Google Shape;190;p26"/>
          <p:cNvSpPr txBox="1"/>
          <p:nvPr>
            <p:ph idx="1" type="subTitle"/>
          </p:nvPr>
        </p:nvSpPr>
        <p:spPr>
          <a:xfrm>
            <a:off x="1508699" y="2466428"/>
            <a:ext cx="3866100" cy="102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Definición, importancia, beneficios y </a:t>
            </a:r>
            <a:r>
              <a:rPr lang="en"/>
              <a:t>desafíos</a:t>
            </a:r>
            <a:r>
              <a:rPr lang="en"/>
              <a:t> del a programación en paralelo.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91" name="Google Shape;19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7200" y="501625"/>
            <a:ext cx="3464400" cy="346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7"/>
          <p:cNvSpPr txBox="1"/>
          <p:nvPr>
            <p:ph type="title"/>
          </p:nvPr>
        </p:nvSpPr>
        <p:spPr>
          <a:xfrm>
            <a:off x="720000" y="387600"/>
            <a:ext cx="77040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Programación en paralelo</a:t>
            </a:r>
            <a:endParaRPr/>
          </a:p>
        </p:txBody>
      </p:sp>
      <p:sp>
        <p:nvSpPr>
          <p:cNvPr id="197" name="Google Shape;197;p27"/>
          <p:cNvSpPr txBox="1"/>
          <p:nvPr>
            <p:ph idx="1" type="subTitle"/>
          </p:nvPr>
        </p:nvSpPr>
        <p:spPr>
          <a:xfrm>
            <a:off x="1777550" y="2696500"/>
            <a:ext cx="1471200" cy="3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Definición</a:t>
            </a:r>
            <a:endParaRPr/>
          </a:p>
        </p:txBody>
      </p:sp>
      <p:sp>
        <p:nvSpPr>
          <p:cNvPr id="198" name="Google Shape;198;p27"/>
          <p:cNvSpPr txBox="1"/>
          <p:nvPr>
            <p:ph idx="2" type="subTitle"/>
          </p:nvPr>
        </p:nvSpPr>
        <p:spPr>
          <a:xfrm>
            <a:off x="833300" y="2959375"/>
            <a:ext cx="3359700" cy="9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</a:t>
            </a:r>
            <a:r>
              <a:rPr lang="en"/>
              <a:t>Técnica que permite realizar </a:t>
            </a:r>
            <a:r>
              <a:rPr lang="en">
                <a:highlight>
                  <a:schemeClr val="dk2"/>
                </a:highlight>
              </a:rPr>
              <a:t>múltiples tareas simultáneamente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-Divide en tareas más pequeñas ejecutadas al mismo tiempo</a:t>
            </a:r>
            <a:endParaRPr/>
          </a:p>
        </p:txBody>
      </p:sp>
      <p:sp>
        <p:nvSpPr>
          <p:cNvPr id="199" name="Google Shape;199;p27"/>
          <p:cNvSpPr txBox="1"/>
          <p:nvPr>
            <p:ph idx="3" type="subTitle"/>
          </p:nvPr>
        </p:nvSpPr>
        <p:spPr>
          <a:xfrm>
            <a:off x="5704125" y="2696500"/>
            <a:ext cx="1773600" cy="3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Importancia</a:t>
            </a:r>
            <a:endParaRPr/>
          </a:p>
        </p:txBody>
      </p:sp>
      <p:sp>
        <p:nvSpPr>
          <p:cNvPr id="200" name="Google Shape;200;p27"/>
          <p:cNvSpPr txBox="1"/>
          <p:nvPr>
            <p:ph idx="4" type="subTitle"/>
          </p:nvPr>
        </p:nvSpPr>
        <p:spPr>
          <a:xfrm>
            <a:off x="5101100" y="3067900"/>
            <a:ext cx="3517200" cy="23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</a:t>
            </a:r>
            <a:r>
              <a:rPr lang="en"/>
              <a:t>Esencial.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-Aprovecha recursos hardware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-Acelera ejecución de aplicaciones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-Mejora el </a:t>
            </a:r>
            <a:r>
              <a:rPr lang="en">
                <a:highlight>
                  <a:schemeClr val="dk2"/>
                </a:highlight>
              </a:rPr>
              <a:t>rendimiento </a:t>
            </a:r>
            <a:r>
              <a:rPr lang="en"/>
              <a:t>y capacidad de respuesta</a:t>
            </a:r>
            <a:endParaRPr/>
          </a:p>
        </p:txBody>
      </p:sp>
      <p:grpSp>
        <p:nvGrpSpPr>
          <p:cNvPr id="201" name="Google Shape;201;p27"/>
          <p:cNvGrpSpPr/>
          <p:nvPr/>
        </p:nvGrpSpPr>
        <p:grpSpPr>
          <a:xfrm>
            <a:off x="6115013" y="1722395"/>
            <a:ext cx="974100" cy="974100"/>
            <a:chOff x="5399463" y="1394520"/>
            <a:chExt cx="974100" cy="974100"/>
          </a:xfrm>
        </p:grpSpPr>
        <p:sp>
          <p:nvSpPr>
            <p:cNvPr id="202" name="Google Shape;202;p27"/>
            <p:cNvSpPr/>
            <p:nvPr/>
          </p:nvSpPr>
          <p:spPr>
            <a:xfrm>
              <a:off x="5399463" y="1394520"/>
              <a:ext cx="974100" cy="974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3" name="Google Shape;203;p27"/>
            <p:cNvGrpSpPr/>
            <p:nvPr/>
          </p:nvGrpSpPr>
          <p:grpSpPr>
            <a:xfrm>
              <a:off x="5604716" y="1599486"/>
              <a:ext cx="563571" cy="564180"/>
              <a:chOff x="6086331" y="2905337"/>
              <a:chExt cx="364441" cy="364834"/>
            </a:xfrm>
          </p:grpSpPr>
          <p:sp>
            <p:nvSpPr>
              <p:cNvPr id="204" name="Google Shape;204;p27"/>
              <p:cNvSpPr/>
              <p:nvPr/>
            </p:nvSpPr>
            <p:spPr>
              <a:xfrm>
                <a:off x="6086331" y="2905337"/>
                <a:ext cx="277407" cy="277433"/>
              </a:xfrm>
              <a:custGeom>
                <a:rect b="b" l="l" r="r" t="t"/>
                <a:pathLst>
                  <a:path extrusionOk="0" h="10583" w="10582">
                    <a:moveTo>
                      <a:pt x="4952" y="1"/>
                    </a:moveTo>
                    <a:cubicBezTo>
                      <a:pt x="4735" y="1"/>
                      <a:pt x="4533" y="160"/>
                      <a:pt x="4490" y="391"/>
                    </a:cubicBezTo>
                    <a:lnTo>
                      <a:pt x="4245" y="1589"/>
                    </a:lnTo>
                    <a:cubicBezTo>
                      <a:pt x="3956" y="1675"/>
                      <a:pt x="3667" y="1791"/>
                      <a:pt x="3407" y="1935"/>
                    </a:cubicBezTo>
                    <a:lnTo>
                      <a:pt x="2382" y="1257"/>
                    </a:lnTo>
                    <a:cubicBezTo>
                      <a:pt x="2303" y="1202"/>
                      <a:pt x="2210" y="1175"/>
                      <a:pt x="2117" y="1175"/>
                    </a:cubicBezTo>
                    <a:cubicBezTo>
                      <a:pt x="1992" y="1175"/>
                      <a:pt x="1867" y="1223"/>
                      <a:pt x="1776" y="1315"/>
                    </a:cubicBezTo>
                    <a:lnTo>
                      <a:pt x="1314" y="1791"/>
                    </a:lnTo>
                    <a:cubicBezTo>
                      <a:pt x="1155" y="1950"/>
                      <a:pt x="1127" y="2195"/>
                      <a:pt x="1256" y="2397"/>
                    </a:cubicBezTo>
                    <a:lnTo>
                      <a:pt x="1935" y="3408"/>
                    </a:lnTo>
                    <a:cubicBezTo>
                      <a:pt x="1776" y="3668"/>
                      <a:pt x="1661" y="3956"/>
                      <a:pt x="1589" y="4259"/>
                    </a:cubicBezTo>
                    <a:lnTo>
                      <a:pt x="376" y="4490"/>
                    </a:lnTo>
                    <a:cubicBezTo>
                      <a:pt x="159" y="4534"/>
                      <a:pt x="1" y="4736"/>
                      <a:pt x="1" y="4967"/>
                    </a:cubicBezTo>
                    <a:lnTo>
                      <a:pt x="1" y="5616"/>
                    </a:lnTo>
                    <a:cubicBezTo>
                      <a:pt x="1" y="5847"/>
                      <a:pt x="159" y="6049"/>
                      <a:pt x="376" y="6093"/>
                    </a:cubicBezTo>
                    <a:lnTo>
                      <a:pt x="1589" y="6338"/>
                    </a:lnTo>
                    <a:cubicBezTo>
                      <a:pt x="1661" y="6627"/>
                      <a:pt x="1776" y="6915"/>
                      <a:pt x="1935" y="7175"/>
                    </a:cubicBezTo>
                    <a:lnTo>
                      <a:pt x="1256" y="8200"/>
                    </a:lnTo>
                    <a:cubicBezTo>
                      <a:pt x="1127" y="8388"/>
                      <a:pt x="1155" y="8633"/>
                      <a:pt x="1314" y="8807"/>
                    </a:cubicBezTo>
                    <a:lnTo>
                      <a:pt x="1776" y="9268"/>
                    </a:lnTo>
                    <a:cubicBezTo>
                      <a:pt x="1867" y="9360"/>
                      <a:pt x="1992" y="9408"/>
                      <a:pt x="2117" y="9408"/>
                    </a:cubicBezTo>
                    <a:cubicBezTo>
                      <a:pt x="2210" y="9408"/>
                      <a:pt x="2303" y="9381"/>
                      <a:pt x="2382" y="9326"/>
                    </a:cubicBezTo>
                    <a:lnTo>
                      <a:pt x="3407" y="8648"/>
                    </a:lnTo>
                    <a:cubicBezTo>
                      <a:pt x="3667" y="8792"/>
                      <a:pt x="3956" y="8908"/>
                      <a:pt x="4245" y="8994"/>
                    </a:cubicBezTo>
                    <a:lnTo>
                      <a:pt x="4490" y="10192"/>
                    </a:lnTo>
                    <a:cubicBezTo>
                      <a:pt x="4533" y="10423"/>
                      <a:pt x="4735" y="10582"/>
                      <a:pt x="4952" y="10582"/>
                    </a:cubicBezTo>
                    <a:lnTo>
                      <a:pt x="5616" y="10582"/>
                    </a:lnTo>
                    <a:cubicBezTo>
                      <a:pt x="5847" y="10582"/>
                      <a:pt x="6035" y="10423"/>
                      <a:pt x="6078" y="10192"/>
                    </a:cubicBezTo>
                    <a:lnTo>
                      <a:pt x="6323" y="8994"/>
                    </a:lnTo>
                    <a:cubicBezTo>
                      <a:pt x="6612" y="8908"/>
                      <a:pt x="6901" y="8792"/>
                      <a:pt x="7175" y="8648"/>
                    </a:cubicBezTo>
                    <a:lnTo>
                      <a:pt x="8186" y="9326"/>
                    </a:lnTo>
                    <a:cubicBezTo>
                      <a:pt x="8265" y="9381"/>
                      <a:pt x="8358" y="9408"/>
                      <a:pt x="8451" y="9408"/>
                    </a:cubicBezTo>
                    <a:cubicBezTo>
                      <a:pt x="8576" y="9408"/>
                      <a:pt x="8701" y="9360"/>
                      <a:pt x="8792" y="9268"/>
                    </a:cubicBezTo>
                    <a:lnTo>
                      <a:pt x="9254" y="8807"/>
                    </a:lnTo>
                    <a:cubicBezTo>
                      <a:pt x="9413" y="8633"/>
                      <a:pt x="9441" y="8388"/>
                      <a:pt x="9311" y="8200"/>
                    </a:cubicBezTo>
                    <a:lnTo>
                      <a:pt x="8633" y="7175"/>
                    </a:lnTo>
                    <a:cubicBezTo>
                      <a:pt x="8792" y="6915"/>
                      <a:pt x="8907" y="6627"/>
                      <a:pt x="8994" y="6338"/>
                    </a:cubicBezTo>
                    <a:lnTo>
                      <a:pt x="10192" y="6093"/>
                    </a:lnTo>
                    <a:cubicBezTo>
                      <a:pt x="10409" y="6049"/>
                      <a:pt x="10567" y="5847"/>
                      <a:pt x="10582" y="5616"/>
                    </a:cubicBezTo>
                    <a:lnTo>
                      <a:pt x="10582" y="4967"/>
                    </a:lnTo>
                    <a:cubicBezTo>
                      <a:pt x="10567" y="4736"/>
                      <a:pt x="10409" y="4534"/>
                      <a:pt x="10192" y="4490"/>
                    </a:cubicBezTo>
                    <a:lnTo>
                      <a:pt x="8994" y="4259"/>
                    </a:lnTo>
                    <a:cubicBezTo>
                      <a:pt x="8907" y="3956"/>
                      <a:pt x="8792" y="3682"/>
                      <a:pt x="8647" y="3408"/>
                    </a:cubicBezTo>
                    <a:lnTo>
                      <a:pt x="9311" y="2397"/>
                    </a:lnTo>
                    <a:cubicBezTo>
                      <a:pt x="9441" y="2195"/>
                      <a:pt x="9413" y="1950"/>
                      <a:pt x="9254" y="1791"/>
                    </a:cubicBezTo>
                    <a:lnTo>
                      <a:pt x="8792" y="1315"/>
                    </a:lnTo>
                    <a:cubicBezTo>
                      <a:pt x="8701" y="1223"/>
                      <a:pt x="8576" y="1175"/>
                      <a:pt x="8451" y="1175"/>
                    </a:cubicBezTo>
                    <a:cubicBezTo>
                      <a:pt x="8358" y="1175"/>
                      <a:pt x="8265" y="1202"/>
                      <a:pt x="8186" y="1257"/>
                    </a:cubicBezTo>
                    <a:lnTo>
                      <a:pt x="7175" y="1935"/>
                    </a:lnTo>
                    <a:cubicBezTo>
                      <a:pt x="6901" y="1791"/>
                      <a:pt x="6612" y="1675"/>
                      <a:pt x="6323" y="1589"/>
                    </a:cubicBezTo>
                    <a:lnTo>
                      <a:pt x="6078" y="391"/>
                    </a:lnTo>
                    <a:cubicBezTo>
                      <a:pt x="6035" y="160"/>
                      <a:pt x="5847" y="1"/>
                      <a:pt x="561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27"/>
              <p:cNvSpPr/>
              <p:nvPr/>
            </p:nvSpPr>
            <p:spPr>
              <a:xfrm>
                <a:off x="6143480" y="2983301"/>
                <a:ext cx="142321" cy="121821"/>
              </a:xfrm>
              <a:custGeom>
                <a:rect b="b" l="l" r="r" t="t"/>
                <a:pathLst>
                  <a:path extrusionOk="0" h="4647" w="5429">
                    <a:moveTo>
                      <a:pt x="3104" y="1"/>
                    </a:moveTo>
                    <a:cubicBezTo>
                      <a:pt x="1040" y="1"/>
                      <a:pt x="0" y="2498"/>
                      <a:pt x="1458" y="3956"/>
                    </a:cubicBezTo>
                    <a:cubicBezTo>
                      <a:pt x="1931" y="4433"/>
                      <a:pt x="2515" y="4647"/>
                      <a:pt x="3087" y="4647"/>
                    </a:cubicBezTo>
                    <a:cubicBezTo>
                      <a:pt x="4281" y="4647"/>
                      <a:pt x="5428" y="3720"/>
                      <a:pt x="5428" y="2325"/>
                    </a:cubicBezTo>
                    <a:cubicBezTo>
                      <a:pt x="5428" y="1040"/>
                      <a:pt x="4389" y="1"/>
                      <a:pt x="310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27"/>
              <p:cNvSpPr/>
              <p:nvPr/>
            </p:nvSpPr>
            <p:spPr>
              <a:xfrm>
                <a:off x="6184349" y="3013946"/>
                <a:ext cx="70781" cy="60557"/>
              </a:xfrm>
              <a:custGeom>
                <a:rect b="b" l="l" r="r" t="t"/>
                <a:pathLst>
                  <a:path extrusionOk="0" h="2310" w="2700">
                    <a:moveTo>
                      <a:pt x="1545" y="1"/>
                    </a:moveTo>
                    <a:cubicBezTo>
                      <a:pt x="520" y="1"/>
                      <a:pt x="0" y="1242"/>
                      <a:pt x="722" y="1964"/>
                    </a:cubicBezTo>
                    <a:cubicBezTo>
                      <a:pt x="961" y="2203"/>
                      <a:pt x="1253" y="2310"/>
                      <a:pt x="1539" y="2310"/>
                    </a:cubicBezTo>
                    <a:cubicBezTo>
                      <a:pt x="2134" y="2310"/>
                      <a:pt x="2700" y="1848"/>
                      <a:pt x="2700" y="1156"/>
                    </a:cubicBezTo>
                    <a:cubicBezTo>
                      <a:pt x="2700" y="506"/>
                      <a:pt x="2180" y="1"/>
                      <a:pt x="154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27"/>
              <p:cNvSpPr/>
              <p:nvPr/>
            </p:nvSpPr>
            <p:spPr>
              <a:xfrm>
                <a:off x="6268368" y="3087374"/>
                <a:ext cx="182404" cy="182797"/>
              </a:xfrm>
              <a:custGeom>
                <a:rect b="b" l="l" r="r" t="t"/>
                <a:pathLst>
                  <a:path extrusionOk="0" h="6973" w="6958">
                    <a:moveTo>
                      <a:pt x="3262" y="0"/>
                    </a:moveTo>
                    <a:cubicBezTo>
                      <a:pt x="3118" y="0"/>
                      <a:pt x="2988" y="116"/>
                      <a:pt x="2945" y="260"/>
                    </a:cubicBezTo>
                    <a:lnTo>
                      <a:pt x="2801" y="1054"/>
                    </a:lnTo>
                    <a:cubicBezTo>
                      <a:pt x="2598" y="1097"/>
                      <a:pt x="2411" y="1184"/>
                      <a:pt x="2238" y="1285"/>
                    </a:cubicBezTo>
                    <a:lnTo>
                      <a:pt x="1574" y="838"/>
                    </a:lnTo>
                    <a:cubicBezTo>
                      <a:pt x="1518" y="800"/>
                      <a:pt x="1454" y="782"/>
                      <a:pt x="1392" y="782"/>
                    </a:cubicBezTo>
                    <a:cubicBezTo>
                      <a:pt x="1308" y="782"/>
                      <a:pt x="1227" y="815"/>
                      <a:pt x="1169" y="881"/>
                    </a:cubicBezTo>
                    <a:lnTo>
                      <a:pt x="866" y="1184"/>
                    </a:lnTo>
                    <a:cubicBezTo>
                      <a:pt x="765" y="1285"/>
                      <a:pt x="736" y="1458"/>
                      <a:pt x="823" y="1574"/>
                    </a:cubicBezTo>
                    <a:lnTo>
                      <a:pt x="1270" y="2252"/>
                    </a:lnTo>
                    <a:cubicBezTo>
                      <a:pt x="1169" y="2426"/>
                      <a:pt x="1097" y="2613"/>
                      <a:pt x="1039" y="2801"/>
                    </a:cubicBezTo>
                    <a:lnTo>
                      <a:pt x="260" y="2960"/>
                    </a:lnTo>
                    <a:cubicBezTo>
                      <a:pt x="101" y="2988"/>
                      <a:pt x="0" y="3118"/>
                      <a:pt x="0" y="3277"/>
                    </a:cubicBezTo>
                    <a:lnTo>
                      <a:pt x="0" y="3710"/>
                    </a:lnTo>
                    <a:cubicBezTo>
                      <a:pt x="0" y="3855"/>
                      <a:pt x="101" y="3985"/>
                      <a:pt x="260" y="4013"/>
                    </a:cubicBezTo>
                    <a:lnTo>
                      <a:pt x="1039" y="4172"/>
                    </a:lnTo>
                    <a:cubicBezTo>
                      <a:pt x="1097" y="4360"/>
                      <a:pt x="1169" y="4548"/>
                      <a:pt x="1270" y="4735"/>
                    </a:cubicBezTo>
                    <a:lnTo>
                      <a:pt x="823" y="5399"/>
                    </a:lnTo>
                    <a:cubicBezTo>
                      <a:pt x="751" y="5529"/>
                      <a:pt x="765" y="5688"/>
                      <a:pt x="866" y="5803"/>
                    </a:cubicBezTo>
                    <a:lnTo>
                      <a:pt x="1169" y="6107"/>
                    </a:lnTo>
                    <a:cubicBezTo>
                      <a:pt x="1234" y="6163"/>
                      <a:pt x="1312" y="6192"/>
                      <a:pt x="1390" y="6192"/>
                    </a:cubicBezTo>
                    <a:cubicBezTo>
                      <a:pt x="1453" y="6192"/>
                      <a:pt x="1516" y="6174"/>
                      <a:pt x="1574" y="6135"/>
                    </a:cubicBezTo>
                    <a:lnTo>
                      <a:pt x="2238" y="5702"/>
                    </a:lnTo>
                    <a:cubicBezTo>
                      <a:pt x="2411" y="5789"/>
                      <a:pt x="2598" y="5876"/>
                      <a:pt x="2801" y="5919"/>
                    </a:cubicBezTo>
                    <a:lnTo>
                      <a:pt x="2959" y="6713"/>
                    </a:lnTo>
                    <a:cubicBezTo>
                      <a:pt x="2988" y="6857"/>
                      <a:pt x="3118" y="6973"/>
                      <a:pt x="3262" y="6973"/>
                    </a:cubicBezTo>
                    <a:lnTo>
                      <a:pt x="3696" y="6973"/>
                    </a:lnTo>
                    <a:cubicBezTo>
                      <a:pt x="3840" y="6973"/>
                      <a:pt x="3970" y="6857"/>
                      <a:pt x="3999" y="6713"/>
                    </a:cubicBezTo>
                    <a:lnTo>
                      <a:pt x="4157" y="5919"/>
                    </a:lnTo>
                    <a:cubicBezTo>
                      <a:pt x="4360" y="5876"/>
                      <a:pt x="4547" y="5789"/>
                      <a:pt x="4720" y="5702"/>
                    </a:cubicBezTo>
                    <a:lnTo>
                      <a:pt x="5384" y="6135"/>
                    </a:lnTo>
                    <a:cubicBezTo>
                      <a:pt x="5442" y="6174"/>
                      <a:pt x="5505" y="6192"/>
                      <a:pt x="5568" y="6192"/>
                    </a:cubicBezTo>
                    <a:cubicBezTo>
                      <a:pt x="5646" y="6192"/>
                      <a:pt x="5724" y="6163"/>
                      <a:pt x="5789" y="6107"/>
                    </a:cubicBezTo>
                    <a:lnTo>
                      <a:pt x="6092" y="5803"/>
                    </a:lnTo>
                    <a:cubicBezTo>
                      <a:pt x="6193" y="5688"/>
                      <a:pt x="6207" y="5529"/>
                      <a:pt x="6135" y="5399"/>
                    </a:cubicBezTo>
                    <a:lnTo>
                      <a:pt x="5688" y="4735"/>
                    </a:lnTo>
                    <a:cubicBezTo>
                      <a:pt x="5789" y="4548"/>
                      <a:pt x="5861" y="4360"/>
                      <a:pt x="5919" y="4172"/>
                    </a:cubicBezTo>
                    <a:lnTo>
                      <a:pt x="6698" y="4013"/>
                    </a:lnTo>
                    <a:cubicBezTo>
                      <a:pt x="6857" y="3985"/>
                      <a:pt x="6958" y="3855"/>
                      <a:pt x="6958" y="3710"/>
                    </a:cubicBezTo>
                    <a:lnTo>
                      <a:pt x="6958" y="3277"/>
                    </a:lnTo>
                    <a:cubicBezTo>
                      <a:pt x="6958" y="3118"/>
                      <a:pt x="6857" y="2988"/>
                      <a:pt x="6698" y="2960"/>
                    </a:cubicBezTo>
                    <a:lnTo>
                      <a:pt x="5919" y="2801"/>
                    </a:lnTo>
                    <a:cubicBezTo>
                      <a:pt x="5861" y="2613"/>
                      <a:pt x="5774" y="2426"/>
                      <a:pt x="5688" y="2252"/>
                    </a:cubicBezTo>
                    <a:lnTo>
                      <a:pt x="6135" y="1574"/>
                    </a:lnTo>
                    <a:cubicBezTo>
                      <a:pt x="6207" y="1458"/>
                      <a:pt x="6193" y="1285"/>
                      <a:pt x="6092" y="1184"/>
                    </a:cubicBezTo>
                    <a:lnTo>
                      <a:pt x="5789" y="881"/>
                    </a:lnTo>
                    <a:cubicBezTo>
                      <a:pt x="5723" y="815"/>
                      <a:pt x="5643" y="782"/>
                      <a:pt x="5562" y="782"/>
                    </a:cubicBezTo>
                    <a:cubicBezTo>
                      <a:pt x="5501" y="782"/>
                      <a:pt x="5440" y="800"/>
                      <a:pt x="5384" y="838"/>
                    </a:cubicBezTo>
                    <a:lnTo>
                      <a:pt x="4720" y="1285"/>
                    </a:lnTo>
                    <a:cubicBezTo>
                      <a:pt x="4533" y="1184"/>
                      <a:pt x="4360" y="1097"/>
                      <a:pt x="4157" y="1054"/>
                    </a:cubicBezTo>
                    <a:lnTo>
                      <a:pt x="3999" y="260"/>
                    </a:lnTo>
                    <a:cubicBezTo>
                      <a:pt x="3970" y="116"/>
                      <a:pt x="3840" y="0"/>
                      <a:pt x="36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27"/>
              <p:cNvSpPr/>
              <p:nvPr/>
            </p:nvSpPr>
            <p:spPr>
              <a:xfrm>
                <a:off x="6298620" y="3133172"/>
                <a:ext cx="106747" cy="91412"/>
              </a:xfrm>
              <a:custGeom>
                <a:rect b="b" l="l" r="r" t="t"/>
                <a:pathLst>
                  <a:path extrusionOk="0" h="3487" w="4072">
                    <a:moveTo>
                      <a:pt x="2325" y="0"/>
                    </a:moveTo>
                    <a:cubicBezTo>
                      <a:pt x="780" y="0"/>
                      <a:pt x="1" y="1877"/>
                      <a:pt x="1098" y="2974"/>
                    </a:cubicBezTo>
                    <a:cubicBezTo>
                      <a:pt x="1453" y="3328"/>
                      <a:pt x="1889" y="3487"/>
                      <a:pt x="2317" y="3487"/>
                    </a:cubicBezTo>
                    <a:cubicBezTo>
                      <a:pt x="3212" y="3487"/>
                      <a:pt x="4072" y="2792"/>
                      <a:pt x="4072" y="1747"/>
                    </a:cubicBezTo>
                    <a:cubicBezTo>
                      <a:pt x="4057" y="780"/>
                      <a:pt x="3292" y="0"/>
                      <a:pt x="232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27"/>
              <p:cNvSpPr/>
              <p:nvPr/>
            </p:nvSpPr>
            <p:spPr>
              <a:xfrm>
                <a:off x="6322843" y="3151706"/>
                <a:ext cx="63991" cy="54527"/>
              </a:xfrm>
              <a:custGeom>
                <a:rect b="b" l="l" r="r" t="t"/>
                <a:pathLst>
                  <a:path extrusionOk="0" h="2080" w="2441">
                    <a:moveTo>
                      <a:pt x="1401" y="0"/>
                    </a:moveTo>
                    <a:cubicBezTo>
                      <a:pt x="477" y="0"/>
                      <a:pt x="1" y="1112"/>
                      <a:pt x="665" y="1776"/>
                    </a:cubicBezTo>
                    <a:cubicBezTo>
                      <a:pt x="874" y="1985"/>
                      <a:pt x="1134" y="2079"/>
                      <a:pt x="1388" y="2079"/>
                    </a:cubicBezTo>
                    <a:cubicBezTo>
                      <a:pt x="1924" y="2079"/>
                      <a:pt x="2440" y="1666"/>
                      <a:pt x="2440" y="1040"/>
                    </a:cubicBezTo>
                    <a:cubicBezTo>
                      <a:pt x="2440" y="462"/>
                      <a:pt x="1978" y="0"/>
                      <a:pt x="14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10" name="Google Shape;210;p27"/>
          <p:cNvGrpSpPr/>
          <p:nvPr/>
        </p:nvGrpSpPr>
        <p:grpSpPr>
          <a:xfrm>
            <a:off x="1949034" y="1722405"/>
            <a:ext cx="974100" cy="974100"/>
            <a:chOff x="653384" y="3499280"/>
            <a:chExt cx="974100" cy="974100"/>
          </a:xfrm>
        </p:grpSpPr>
        <p:sp>
          <p:nvSpPr>
            <p:cNvPr id="211" name="Google Shape;211;p27"/>
            <p:cNvSpPr/>
            <p:nvPr/>
          </p:nvSpPr>
          <p:spPr>
            <a:xfrm>
              <a:off x="653384" y="3499280"/>
              <a:ext cx="974100" cy="9741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27"/>
            <p:cNvSpPr/>
            <p:nvPr/>
          </p:nvSpPr>
          <p:spPr>
            <a:xfrm>
              <a:off x="955647" y="3680019"/>
              <a:ext cx="366422" cy="612227"/>
            </a:xfrm>
            <a:custGeom>
              <a:rect b="b" l="l" r="r" t="t"/>
              <a:pathLst>
                <a:path extrusionOk="0" h="14021" w="10079">
                  <a:moveTo>
                    <a:pt x="1308" y="0"/>
                  </a:moveTo>
                  <a:cubicBezTo>
                    <a:pt x="587" y="0"/>
                    <a:pt x="0" y="587"/>
                    <a:pt x="0" y="1308"/>
                  </a:cubicBezTo>
                  <a:lnTo>
                    <a:pt x="0" y="14020"/>
                  </a:lnTo>
                  <a:lnTo>
                    <a:pt x="7789" y="14020"/>
                  </a:lnTo>
                  <a:cubicBezTo>
                    <a:pt x="8453" y="14020"/>
                    <a:pt x="8991" y="13482"/>
                    <a:pt x="8991" y="12818"/>
                  </a:cubicBezTo>
                  <a:lnTo>
                    <a:pt x="8991" y="1154"/>
                  </a:lnTo>
                  <a:cubicBezTo>
                    <a:pt x="8991" y="548"/>
                    <a:pt x="9472" y="38"/>
                    <a:pt x="10078" y="0"/>
                  </a:cubicBezTo>
                  <a:close/>
                </a:path>
              </a:pathLst>
            </a:custGeom>
            <a:solidFill>
              <a:srgbClr val="E5EA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7"/>
            <p:cNvSpPr/>
            <p:nvPr/>
          </p:nvSpPr>
          <p:spPr>
            <a:xfrm>
              <a:off x="995166" y="3680019"/>
              <a:ext cx="326904" cy="612227"/>
            </a:xfrm>
            <a:custGeom>
              <a:rect b="b" l="l" r="r" t="t"/>
              <a:pathLst>
                <a:path extrusionOk="0" h="14021" w="8992">
                  <a:moveTo>
                    <a:pt x="1308" y="0"/>
                  </a:moveTo>
                  <a:cubicBezTo>
                    <a:pt x="587" y="0"/>
                    <a:pt x="0" y="587"/>
                    <a:pt x="0" y="1308"/>
                  </a:cubicBezTo>
                  <a:lnTo>
                    <a:pt x="0" y="14020"/>
                  </a:lnTo>
                  <a:lnTo>
                    <a:pt x="6702" y="14020"/>
                  </a:lnTo>
                  <a:cubicBezTo>
                    <a:pt x="7366" y="14020"/>
                    <a:pt x="7904" y="13482"/>
                    <a:pt x="7904" y="12818"/>
                  </a:cubicBezTo>
                  <a:lnTo>
                    <a:pt x="7904" y="1154"/>
                  </a:lnTo>
                  <a:cubicBezTo>
                    <a:pt x="7904" y="548"/>
                    <a:pt x="8385" y="38"/>
                    <a:pt x="8991" y="0"/>
                  </a:cubicBezTo>
                  <a:close/>
                </a:path>
              </a:pathLst>
            </a:custGeom>
            <a:solidFill>
              <a:srgbClr val="EC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27"/>
            <p:cNvSpPr/>
            <p:nvPr/>
          </p:nvSpPr>
          <p:spPr>
            <a:xfrm>
              <a:off x="1282520" y="3680019"/>
              <a:ext cx="84998" cy="145710"/>
            </a:xfrm>
            <a:custGeom>
              <a:rect b="b" l="l" r="r" t="t"/>
              <a:pathLst>
                <a:path extrusionOk="0" h="3337" w="2338">
                  <a:moveTo>
                    <a:pt x="1164" y="0"/>
                  </a:moveTo>
                  <a:cubicBezTo>
                    <a:pt x="520" y="0"/>
                    <a:pt x="0" y="519"/>
                    <a:pt x="0" y="1164"/>
                  </a:cubicBezTo>
                  <a:lnTo>
                    <a:pt x="0" y="3337"/>
                  </a:lnTo>
                  <a:lnTo>
                    <a:pt x="1616" y="3337"/>
                  </a:lnTo>
                  <a:cubicBezTo>
                    <a:pt x="2010" y="3337"/>
                    <a:pt x="2337" y="3010"/>
                    <a:pt x="2337" y="2616"/>
                  </a:cubicBezTo>
                  <a:lnTo>
                    <a:pt x="2337" y="1164"/>
                  </a:lnTo>
                  <a:cubicBezTo>
                    <a:pt x="2337" y="519"/>
                    <a:pt x="1818" y="0"/>
                    <a:pt x="11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27"/>
            <p:cNvSpPr/>
            <p:nvPr/>
          </p:nvSpPr>
          <p:spPr>
            <a:xfrm>
              <a:off x="913329" y="4146926"/>
              <a:ext cx="320978" cy="145710"/>
            </a:xfrm>
            <a:custGeom>
              <a:rect b="b" l="l" r="r" t="t"/>
              <a:pathLst>
                <a:path extrusionOk="0" h="3337" w="8829">
                  <a:moveTo>
                    <a:pt x="722" y="0"/>
                  </a:moveTo>
                  <a:cubicBezTo>
                    <a:pt x="318" y="0"/>
                    <a:pt x="1" y="317"/>
                    <a:pt x="1" y="721"/>
                  </a:cubicBezTo>
                  <a:lnTo>
                    <a:pt x="1" y="2173"/>
                  </a:lnTo>
                  <a:cubicBezTo>
                    <a:pt x="1" y="2241"/>
                    <a:pt x="1" y="2317"/>
                    <a:pt x="20" y="2394"/>
                  </a:cubicBezTo>
                  <a:cubicBezTo>
                    <a:pt x="126" y="2933"/>
                    <a:pt x="607" y="3327"/>
                    <a:pt x="1155" y="3337"/>
                  </a:cubicBezTo>
                  <a:lnTo>
                    <a:pt x="8828" y="3337"/>
                  </a:lnTo>
                  <a:lnTo>
                    <a:pt x="8828" y="3327"/>
                  </a:lnTo>
                  <a:cubicBezTo>
                    <a:pt x="8328" y="3260"/>
                    <a:pt x="7925" y="2885"/>
                    <a:pt x="7828" y="2385"/>
                  </a:cubicBezTo>
                  <a:cubicBezTo>
                    <a:pt x="7819" y="2317"/>
                    <a:pt x="7809" y="2241"/>
                    <a:pt x="7809" y="2173"/>
                  </a:cubicBezTo>
                  <a:lnTo>
                    <a:pt x="7809" y="721"/>
                  </a:lnTo>
                  <a:cubicBezTo>
                    <a:pt x="7809" y="317"/>
                    <a:pt x="7482" y="0"/>
                    <a:pt x="70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7"/>
            <p:cNvSpPr/>
            <p:nvPr/>
          </p:nvSpPr>
          <p:spPr>
            <a:xfrm>
              <a:off x="914056" y="4251460"/>
              <a:ext cx="320251" cy="41176"/>
            </a:xfrm>
            <a:custGeom>
              <a:rect b="b" l="l" r="r" t="t"/>
              <a:pathLst>
                <a:path extrusionOk="0" h="943" w="8809">
                  <a:moveTo>
                    <a:pt x="0" y="0"/>
                  </a:moveTo>
                  <a:cubicBezTo>
                    <a:pt x="106" y="539"/>
                    <a:pt x="587" y="933"/>
                    <a:pt x="1135" y="943"/>
                  </a:cubicBezTo>
                  <a:lnTo>
                    <a:pt x="8808" y="943"/>
                  </a:lnTo>
                  <a:lnTo>
                    <a:pt x="8808" y="933"/>
                  </a:lnTo>
                  <a:cubicBezTo>
                    <a:pt x="8308" y="866"/>
                    <a:pt x="7905" y="491"/>
                    <a:pt x="78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27"/>
            <p:cNvSpPr/>
            <p:nvPr/>
          </p:nvSpPr>
          <p:spPr>
            <a:xfrm>
              <a:off x="1011817" y="3836601"/>
              <a:ext cx="213876" cy="18994"/>
            </a:xfrm>
            <a:custGeom>
              <a:rect b="b" l="l" r="r" t="t"/>
              <a:pathLst>
                <a:path extrusionOk="0" h="435" w="5883">
                  <a:moveTo>
                    <a:pt x="284" y="0"/>
                  </a:moveTo>
                  <a:cubicBezTo>
                    <a:pt x="0" y="0"/>
                    <a:pt x="0" y="434"/>
                    <a:pt x="284" y="434"/>
                  </a:cubicBezTo>
                  <a:cubicBezTo>
                    <a:pt x="290" y="434"/>
                    <a:pt x="296" y="434"/>
                    <a:pt x="302" y="433"/>
                  </a:cubicBezTo>
                  <a:lnTo>
                    <a:pt x="5581" y="433"/>
                  </a:lnTo>
                  <a:cubicBezTo>
                    <a:pt x="5587" y="434"/>
                    <a:pt x="5593" y="434"/>
                    <a:pt x="5599" y="434"/>
                  </a:cubicBezTo>
                  <a:cubicBezTo>
                    <a:pt x="5883" y="434"/>
                    <a:pt x="5883" y="0"/>
                    <a:pt x="5599" y="0"/>
                  </a:cubicBezTo>
                  <a:cubicBezTo>
                    <a:pt x="5593" y="0"/>
                    <a:pt x="5587" y="0"/>
                    <a:pt x="5581" y="1"/>
                  </a:cubicBezTo>
                  <a:lnTo>
                    <a:pt x="302" y="1"/>
                  </a:lnTo>
                  <a:cubicBezTo>
                    <a:pt x="296" y="0"/>
                    <a:pt x="290" y="0"/>
                    <a:pt x="2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7"/>
            <p:cNvSpPr/>
            <p:nvPr/>
          </p:nvSpPr>
          <p:spPr>
            <a:xfrm>
              <a:off x="1011817" y="3913407"/>
              <a:ext cx="212713" cy="18994"/>
            </a:xfrm>
            <a:custGeom>
              <a:rect b="b" l="l" r="r" t="t"/>
              <a:pathLst>
                <a:path extrusionOk="0" h="435" w="5851">
                  <a:moveTo>
                    <a:pt x="284" y="1"/>
                  </a:moveTo>
                  <a:cubicBezTo>
                    <a:pt x="0" y="1"/>
                    <a:pt x="0" y="435"/>
                    <a:pt x="284" y="435"/>
                  </a:cubicBezTo>
                  <a:cubicBezTo>
                    <a:pt x="290" y="435"/>
                    <a:pt x="296" y="435"/>
                    <a:pt x="302" y="434"/>
                  </a:cubicBezTo>
                  <a:lnTo>
                    <a:pt x="5581" y="434"/>
                  </a:lnTo>
                  <a:cubicBezTo>
                    <a:pt x="5850" y="415"/>
                    <a:pt x="5850" y="21"/>
                    <a:pt x="5581" y="2"/>
                  </a:cubicBezTo>
                  <a:lnTo>
                    <a:pt x="302" y="2"/>
                  </a:lnTo>
                  <a:cubicBezTo>
                    <a:pt x="296" y="1"/>
                    <a:pt x="290" y="1"/>
                    <a:pt x="2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27"/>
            <p:cNvSpPr/>
            <p:nvPr/>
          </p:nvSpPr>
          <p:spPr>
            <a:xfrm>
              <a:off x="1011817" y="3990257"/>
              <a:ext cx="212713" cy="18994"/>
            </a:xfrm>
            <a:custGeom>
              <a:rect b="b" l="l" r="r" t="t"/>
              <a:pathLst>
                <a:path extrusionOk="0" h="435" w="5851">
                  <a:moveTo>
                    <a:pt x="284" y="1"/>
                  </a:moveTo>
                  <a:cubicBezTo>
                    <a:pt x="0" y="1"/>
                    <a:pt x="0" y="435"/>
                    <a:pt x="284" y="435"/>
                  </a:cubicBezTo>
                  <a:cubicBezTo>
                    <a:pt x="290" y="435"/>
                    <a:pt x="296" y="434"/>
                    <a:pt x="302" y="434"/>
                  </a:cubicBezTo>
                  <a:lnTo>
                    <a:pt x="5581" y="434"/>
                  </a:lnTo>
                  <a:cubicBezTo>
                    <a:pt x="5850" y="415"/>
                    <a:pt x="5850" y="20"/>
                    <a:pt x="5581" y="1"/>
                  </a:cubicBezTo>
                  <a:lnTo>
                    <a:pt x="302" y="1"/>
                  </a:lnTo>
                  <a:cubicBezTo>
                    <a:pt x="296" y="1"/>
                    <a:pt x="290" y="1"/>
                    <a:pt x="2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7"/>
            <p:cNvSpPr/>
            <p:nvPr/>
          </p:nvSpPr>
          <p:spPr>
            <a:xfrm>
              <a:off x="1011817" y="4067107"/>
              <a:ext cx="212713" cy="18994"/>
            </a:xfrm>
            <a:custGeom>
              <a:rect b="b" l="l" r="r" t="t"/>
              <a:pathLst>
                <a:path extrusionOk="0" h="435" w="5851">
                  <a:moveTo>
                    <a:pt x="284" y="0"/>
                  </a:moveTo>
                  <a:cubicBezTo>
                    <a:pt x="0" y="0"/>
                    <a:pt x="0" y="434"/>
                    <a:pt x="284" y="434"/>
                  </a:cubicBezTo>
                  <a:cubicBezTo>
                    <a:pt x="290" y="434"/>
                    <a:pt x="296" y="434"/>
                    <a:pt x="302" y="434"/>
                  </a:cubicBezTo>
                  <a:lnTo>
                    <a:pt x="5581" y="434"/>
                  </a:lnTo>
                  <a:cubicBezTo>
                    <a:pt x="5850" y="414"/>
                    <a:pt x="5850" y="20"/>
                    <a:pt x="5581" y="1"/>
                  </a:cubicBezTo>
                  <a:lnTo>
                    <a:pt x="302" y="1"/>
                  </a:lnTo>
                  <a:cubicBezTo>
                    <a:pt x="296" y="1"/>
                    <a:pt x="290" y="0"/>
                    <a:pt x="2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8"/>
          <p:cNvSpPr txBox="1"/>
          <p:nvPr>
            <p:ph type="title"/>
          </p:nvPr>
        </p:nvSpPr>
        <p:spPr>
          <a:xfrm>
            <a:off x="720000" y="287175"/>
            <a:ext cx="77040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Ventajas e inconvenientes</a:t>
            </a:r>
            <a:endParaRPr/>
          </a:p>
        </p:txBody>
      </p:sp>
      <p:sp>
        <p:nvSpPr>
          <p:cNvPr id="226" name="Google Shape;226;p28"/>
          <p:cNvSpPr/>
          <p:nvPr/>
        </p:nvSpPr>
        <p:spPr>
          <a:xfrm rot="5400000">
            <a:off x="2756875" y="3148565"/>
            <a:ext cx="3198300" cy="27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8"/>
          <p:cNvSpPr/>
          <p:nvPr/>
        </p:nvSpPr>
        <p:spPr>
          <a:xfrm rot="-5400000">
            <a:off x="877950" y="1525875"/>
            <a:ext cx="3199500" cy="3515400"/>
          </a:xfrm>
          <a:prstGeom prst="round2SameRect">
            <a:avLst>
              <a:gd fmla="val 8139" name="adj1"/>
              <a:gd fmla="val 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8"/>
          <p:cNvSpPr txBox="1"/>
          <p:nvPr/>
        </p:nvSpPr>
        <p:spPr>
          <a:xfrm>
            <a:off x="887565" y="1229300"/>
            <a:ext cx="33423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rPr>
              <a:t>Ventajas</a:t>
            </a:r>
            <a:endParaRPr sz="2400">
              <a:solidFill>
                <a:schemeClr val="dk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229" name="Google Shape;229;p28"/>
          <p:cNvSpPr txBox="1"/>
          <p:nvPr/>
        </p:nvSpPr>
        <p:spPr>
          <a:xfrm>
            <a:off x="806550" y="1778875"/>
            <a:ext cx="3342300" cy="31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Mayor capacidad de procesamiento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Reducción en el tiempo de ejecución de aplicaciones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Posibilidad de resolver problemas más complejos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Mayor escalabilidad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Aprovecha al máximo los recursos disponibles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Mejora la eficiencia energética.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0" name="Google Shape;230;p28"/>
          <p:cNvSpPr/>
          <p:nvPr/>
        </p:nvSpPr>
        <p:spPr>
          <a:xfrm rot="5400000">
            <a:off x="4648975" y="1525875"/>
            <a:ext cx="3199500" cy="3515400"/>
          </a:xfrm>
          <a:prstGeom prst="round2SameRect">
            <a:avLst>
              <a:gd fmla="val 8139" name="adj1"/>
              <a:gd fmla="val 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8"/>
          <p:cNvSpPr txBox="1"/>
          <p:nvPr/>
        </p:nvSpPr>
        <p:spPr>
          <a:xfrm>
            <a:off x="4491025" y="116900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rPr>
              <a:t>Inconvenientes</a:t>
            </a:r>
            <a:endParaRPr/>
          </a:p>
        </p:txBody>
      </p:sp>
      <p:sp>
        <p:nvSpPr>
          <p:cNvPr id="232" name="Google Shape;232;p28"/>
          <p:cNvSpPr txBox="1"/>
          <p:nvPr>
            <p:ph idx="4294967295" type="subTitle"/>
          </p:nvPr>
        </p:nvSpPr>
        <p:spPr>
          <a:xfrm>
            <a:off x="4605625" y="1723100"/>
            <a:ext cx="3286200" cy="30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 sz="1400"/>
              <a:t> Dificultad para </a:t>
            </a:r>
            <a:r>
              <a:rPr lang="en" sz="1400"/>
              <a:t>sincronizar</a:t>
            </a:r>
            <a:r>
              <a:rPr lang="en" sz="1400"/>
              <a:t> las tareas.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 sz="1400"/>
              <a:t>Problemas con la gestión de la comunicación 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 sz="1400"/>
              <a:t>Es </a:t>
            </a:r>
            <a:r>
              <a:rPr lang="en" sz="1400"/>
              <a:t>difícil</a:t>
            </a:r>
            <a:r>
              <a:rPr lang="en" sz="1400"/>
              <a:t> acceder a recursos compartidos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 sz="1400"/>
              <a:t>Dificultad de diseñar algoritmos paralelos eficientes.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9"/>
          <p:cNvSpPr/>
          <p:nvPr/>
        </p:nvSpPr>
        <p:spPr>
          <a:xfrm>
            <a:off x="720001" y="4431475"/>
            <a:ext cx="7704150" cy="263168"/>
          </a:xfrm>
          <a:custGeom>
            <a:rect b="b" l="l" r="r" t="t"/>
            <a:pathLst>
              <a:path extrusionOk="0" h="9441" w="161716">
                <a:moveTo>
                  <a:pt x="80858" y="1"/>
                </a:moveTo>
                <a:cubicBezTo>
                  <a:pt x="36193" y="1"/>
                  <a:pt x="0" y="2136"/>
                  <a:pt x="0" y="4738"/>
                </a:cubicBezTo>
                <a:cubicBezTo>
                  <a:pt x="0" y="7339"/>
                  <a:pt x="36193" y="9441"/>
                  <a:pt x="80858" y="9441"/>
                </a:cubicBezTo>
                <a:cubicBezTo>
                  <a:pt x="125523" y="9441"/>
                  <a:pt x="161716" y="7339"/>
                  <a:pt x="161716" y="4738"/>
                </a:cubicBezTo>
                <a:cubicBezTo>
                  <a:pt x="161716" y="2136"/>
                  <a:pt x="125523" y="1"/>
                  <a:pt x="8085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9"/>
          <p:cNvSpPr txBox="1"/>
          <p:nvPr>
            <p:ph type="title"/>
          </p:nvPr>
        </p:nvSpPr>
        <p:spPr>
          <a:xfrm>
            <a:off x="2450625" y="2119825"/>
            <a:ext cx="4242900" cy="171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Tipos de programación en paralelo</a:t>
            </a:r>
            <a:endParaRPr/>
          </a:p>
        </p:txBody>
      </p:sp>
      <p:sp>
        <p:nvSpPr>
          <p:cNvPr id="239" name="Google Shape;239;p29"/>
          <p:cNvSpPr txBox="1"/>
          <p:nvPr>
            <p:ph idx="2" type="title"/>
          </p:nvPr>
        </p:nvSpPr>
        <p:spPr>
          <a:xfrm>
            <a:off x="2552700" y="1383425"/>
            <a:ext cx="923400" cy="6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 sz="4800"/>
          </a:p>
        </p:txBody>
      </p:sp>
      <p:grpSp>
        <p:nvGrpSpPr>
          <p:cNvPr id="240" name="Google Shape;240;p29"/>
          <p:cNvGrpSpPr/>
          <p:nvPr/>
        </p:nvGrpSpPr>
        <p:grpSpPr>
          <a:xfrm>
            <a:off x="6594914" y="684471"/>
            <a:ext cx="1541597" cy="3864500"/>
            <a:chOff x="3973904" y="1061474"/>
            <a:chExt cx="1391082" cy="3487186"/>
          </a:xfrm>
        </p:grpSpPr>
        <p:sp>
          <p:nvSpPr>
            <p:cNvPr id="241" name="Google Shape;241;p29"/>
            <p:cNvSpPr/>
            <p:nvPr/>
          </p:nvSpPr>
          <p:spPr>
            <a:xfrm>
              <a:off x="4091986" y="1942241"/>
              <a:ext cx="85576" cy="126608"/>
            </a:xfrm>
            <a:custGeom>
              <a:rect b="b" l="l" r="r" t="t"/>
              <a:pathLst>
                <a:path extrusionOk="0" h="4542" w="3070">
                  <a:moveTo>
                    <a:pt x="768" y="1"/>
                  </a:moveTo>
                  <a:lnTo>
                    <a:pt x="0" y="3470"/>
                  </a:lnTo>
                  <a:cubicBezTo>
                    <a:pt x="0" y="3470"/>
                    <a:pt x="1218" y="4541"/>
                    <a:pt x="2425" y="4541"/>
                  </a:cubicBezTo>
                  <a:cubicBezTo>
                    <a:pt x="2631" y="4541"/>
                    <a:pt x="2837" y="4510"/>
                    <a:pt x="3036" y="4437"/>
                  </a:cubicBezTo>
                  <a:lnTo>
                    <a:pt x="3069" y="3003"/>
                  </a:lnTo>
                  <a:lnTo>
                    <a:pt x="768" y="1"/>
                  </a:ln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9"/>
            <p:cNvSpPr/>
            <p:nvPr/>
          </p:nvSpPr>
          <p:spPr>
            <a:xfrm>
              <a:off x="4021321" y="1921780"/>
              <a:ext cx="92071" cy="126497"/>
            </a:xfrm>
            <a:custGeom>
              <a:rect b="b" l="l" r="r" t="t"/>
              <a:pathLst>
                <a:path extrusionOk="0" h="4538" w="3303">
                  <a:moveTo>
                    <a:pt x="467" y="1"/>
                  </a:moveTo>
                  <a:lnTo>
                    <a:pt x="0" y="2903"/>
                  </a:lnTo>
                  <a:lnTo>
                    <a:pt x="3002" y="4537"/>
                  </a:lnTo>
                  <a:lnTo>
                    <a:pt x="3303" y="735"/>
                  </a:lnTo>
                  <a:lnTo>
                    <a:pt x="467" y="1"/>
                  </a:ln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29"/>
            <p:cNvSpPr/>
            <p:nvPr/>
          </p:nvSpPr>
          <p:spPr>
            <a:xfrm>
              <a:off x="3973904" y="1882558"/>
              <a:ext cx="193090" cy="100629"/>
            </a:xfrm>
            <a:custGeom>
              <a:rect b="b" l="l" r="r" t="t"/>
              <a:pathLst>
                <a:path extrusionOk="0" h="3610" w="6927">
                  <a:moveTo>
                    <a:pt x="6631" y="0"/>
                  </a:moveTo>
                  <a:cubicBezTo>
                    <a:pt x="6592" y="0"/>
                    <a:pt x="6549" y="12"/>
                    <a:pt x="6505" y="40"/>
                  </a:cubicBezTo>
                  <a:lnTo>
                    <a:pt x="167" y="3209"/>
                  </a:lnTo>
                  <a:cubicBezTo>
                    <a:pt x="67" y="3276"/>
                    <a:pt x="0" y="3409"/>
                    <a:pt x="67" y="3509"/>
                  </a:cubicBezTo>
                  <a:cubicBezTo>
                    <a:pt x="100" y="3576"/>
                    <a:pt x="167" y="3609"/>
                    <a:pt x="267" y="3609"/>
                  </a:cubicBezTo>
                  <a:lnTo>
                    <a:pt x="334" y="3609"/>
                  </a:lnTo>
                  <a:lnTo>
                    <a:pt x="6705" y="407"/>
                  </a:lnTo>
                  <a:cubicBezTo>
                    <a:pt x="6927" y="296"/>
                    <a:pt x="6826" y="0"/>
                    <a:pt x="66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29"/>
            <p:cNvSpPr/>
            <p:nvPr/>
          </p:nvSpPr>
          <p:spPr>
            <a:xfrm>
              <a:off x="4119890" y="1687455"/>
              <a:ext cx="591396" cy="496342"/>
            </a:xfrm>
            <a:custGeom>
              <a:rect b="b" l="l" r="r" t="t"/>
              <a:pathLst>
                <a:path extrusionOk="0" h="17806" w="21216">
                  <a:moveTo>
                    <a:pt x="16612" y="1"/>
                  </a:moveTo>
                  <a:cubicBezTo>
                    <a:pt x="16278" y="568"/>
                    <a:pt x="16045" y="1035"/>
                    <a:pt x="15778" y="1535"/>
                  </a:cubicBezTo>
                  <a:cubicBezTo>
                    <a:pt x="15511" y="2036"/>
                    <a:pt x="15244" y="2536"/>
                    <a:pt x="14977" y="3036"/>
                  </a:cubicBezTo>
                  <a:cubicBezTo>
                    <a:pt x="14477" y="4037"/>
                    <a:pt x="13977" y="5004"/>
                    <a:pt x="13476" y="6005"/>
                  </a:cubicBezTo>
                  <a:cubicBezTo>
                    <a:pt x="12509" y="8006"/>
                    <a:pt x="11575" y="10041"/>
                    <a:pt x="10674" y="12076"/>
                  </a:cubicBezTo>
                  <a:lnTo>
                    <a:pt x="10541" y="12443"/>
                  </a:lnTo>
                  <a:cubicBezTo>
                    <a:pt x="10508" y="12476"/>
                    <a:pt x="10508" y="12510"/>
                    <a:pt x="10474" y="12543"/>
                  </a:cubicBezTo>
                  <a:cubicBezTo>
                    <a:pt x="10441" y="12610"/>
                    <a:pt x="10408" y="12643"/>
                    <a:pt x="10374" y="12676"/>
                  </a:cubicBezTo>
                  <a:cubicBezTo>
                    <a:pt x="10307" y="12743"/>
                    <a:pt x="10207" y="12777"/>
                    <a:pt x="10107" y="12777"/>
                  </a:cubicBezTo>
                  <a:cubicBezTo>
                    <a:pt x="9971" y="12790"/>
                    <a:pt x="9835" y="12797"/>
                    <a:pt x="9699" y="12797"/>
                  </a:cubicBezTo>
                  <a:cubicBezTo>
                    <a:pt x="9169" y="12797"/>
                    <a:pt x="8644" y="12696"/>
                    <a:pt x="8139" y="12510"/>
                  </a:cubicBezTo>
                  <a:cubicBezTo>
                    <a:pt x="7272" y="12209"/>
                    <a:pt x="6438" y="11843"/>
                    <a:pt x="5637" y="11376"/>
                  </a:cubicBezTo>
                  <a:cubicBezTo>
                    <a:pt x="5237" y="11142"/>
                    <a:pt x="4804" y="10875"/>
                    <a:pt x="4403" y="10608"/>
                  </a:cubicBezTo>
                  <a:lnTo>
                    <a:pt x="3803" y="10175"/>
                  </a:lnTo>
                  <a:cubicBezTo>
                    <a:pt x="3636" y="10041"/>
                    <a:pt x="3403" y="9874"/>
                    <a:pt x="3269" y="9774"/>
                  </a:cubicBezTo>
                  <a:lnTo>
                    <a:pt x="0" y="14611"/>
                  </a:lnTo>
                  <a:cubicBezTo>
                    <a:pt x="334" y="14778"/>
                    <a:pt x="567" y="14878"/>
                    <a:pt x="834" y="15045"/>
                  </a:cubicBezTo>
                  <a:cubicBezTo>
                    <a:pt x="1101" y="15178"/>
                    <a:pt x="1368" y="15312"/>
                    <a:pt x="1635" y="15445"/>
                  </a:cubicBezTo>
                  <a:cubicBezTo>
                    <a:pt x="2168" y="15712"/>
                    <a:pt x="2735" y="15979"/>
                    <a:pt x="3269" y="16212"/>
                  </a:cubicBezTo>
                  <a:cubicBezTo>
                    <a:pt x="4403" y="16713"/>
                    <a:pt x="5604" y="17113"/>
                    <a:pt x="6805" y="17413"/>
                  </a:cubicBezTo>
                  <a:cubicBezTo>
                    <a:pt x="7472" y="17580"/>
                    <a:pt x="8139" y="17713"/>
                    <a:pt x="8840" y="17780"/>
                  </a:cubicBezTo>
                  <a:cubicBezTo>
                    <a:pt x="9040" y="17797"/>
                    <a:pt x="9240" y="17805"/>
                    <a:pt x="9440" y="17805"/>
                  </a:cubicBezTo>
                  <a:cubicBezTo>
                    <a:pt x="10041" y="17805"/>
                    <a:pt x="10641" y="17730"/>
                    <a:pt x="11241" y="17580"/>
                  </a:cubicBezTo>
                  <a:cubicBezTo>
                    <a:pt x="12709" y="17246"/>
                    <a:pt x="13943" y="16312"/>
                    <a:pt x="14677" y="15011"/>
                  </a:cubicBezTo>
                  <a:cubicBezTo>
                    <a:pt x="14811" y="14811"/>
                    <a:pt x="14911" y="14611"/>
                    <a:pt x="14977" y="14411"/>
                  </a:cubicBezTo>
                  <a:lnTo>
                    <a:pt x="15144" y="14011"/>
                  </a:lnTo>
                  <a:cubicBezTo>
                    <a:pt x="15578" y="13077"/>
                    <a:pt x="16012" y="12109"/>
                    <a:pt x="16479" y="11142"/>
                  </a:cubicBezTo>
                  <a:cubicBezTo>
                    <a:pt x="16912" y="10208"/>
                    <a:pt x="17413" y="9274"/>
                    <a:pt x="17913" y="8340"/>
                  </a:cubicBezTo>
                  <a:cubicBezTo>
                    <a:pt x="18413" y="7439"/>
                    <a:pt x="18947" y="6539"/>
                    <a:pt x="19514" y="5638"/>
                  </a:cubicBezTo>
                  <a:cubicBezTo>
                    <a:pt x="19781" y="5204"/>
                    <a:pt x="20081" y="4771"/>
                    <a:pt x="20348" y="4337"/>
                  </a:cubicBezTo>
                  <a:cubicBezTo>
                    <a:pt x="20615" y="3870"/>
                    <a:pt x="20948" y="3437"/>
                    <a:pt x="21215" y="3070"/>
                  </a:cubicBezTo>
                  <a:lnTo>
                    <a:pt x="166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29"/>
            <p:cNvSpPr/>
            <p:nvPr/>
          </p:nvSpPr>
          <p:spPr>
            <a:xfrm>
              <a:off x="4812633" y="1206234"/>
              <a:ext cx="234345" cy="339044"/>
            </a:xfrm>
            <a:custGeom>
              <a:rect b="b" l="l" r="r" t="t"/>
              <a:pathLst>
                <a:path extrusionOk="0" h="12163" w="8407">
                  <a:moveTo>
                    <a:pt x="3761" y="0"/>
                  </a:moveTo>
                  <a:cubicBezTo>
                    <a:pt x="3206" y="0"/>
                    <a:pt x="2805" y="344"/>
                    <a:pt x="2369" y="1019"/>
                  </a:cubicBezTo>
                  <a:cubicBezTo>
                    <a:pt x="1635" y="2120"/>
                    <a:pt x="0" y="7690"/>
                    <a:pt x="334" y="9992"/>
                  </a:cubicBezTo>
                  <a:cubicBezTo>
                    <a:pt x="551" y="11544"/>
                    <a:pt x="1571" y="12163"/>
                    <a:pt x="2768" y="12163"/>
                  </a:cubicBezTo>
                  <a:cubicBezTo>
                    <a:pt x="4324" y="12163"/>
                    <a:pt x="6180" y="11120"/>
                    <a:pt x="6972" y="9725"/>
                  </a:cubicBezTo>
                  <a:cubicBezTo>
                    <a:pt x="8406" y="7257"/>
                    <a:pt x="6605" y="1286"/>
                    <a:pt x="5171" y="485"/>
                  </a:cubicBezTo>
                  <a:cubicBezTo>
                    <a:pt x="4589" y="160"/>
                    <a:pt x="4139" y="0"/>
                    <a:pt x="37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9"/>
            <p:cNvSpPr/>
            <p:nvPr/>
          </p:nvSpPr>
          <p:spPr>
            <a:xfrm>
              <a:off x="4952319" y="1061474"/>
              <a:ext cx="268520" cy="205913"/>
            </a:xfrm>
            <a:custGeom>
              <a:rect b="b" l="l" r="r" t="t"/>
              <a:pathLst>
                <a:path extrusionOk="0" h="7387" w="9633">
                  <a:moveTo>
                    <a:pt x="5349" y="0"/>
                  </a:moveTo>
                  <a:cubicBezTo>
                    <a:pt x="2379" y="0"/>
                    <a:pt x="1" y="4006"/>
                    <a:pt x="326" y="5244"/>
                  </a:cubicBezTo>
                  <a:cubicBezTo>
                    <a:pt x="627" y="6479"/>
                    <a:pt x="1127" y="6912"/>
                    <a:pt x="2328" y="7146"/>
                  </a:cubicBezTo>
                  <a:cubicBezTo>
                    <a:pt x="2787" y="7245"/>
                    <a:pt x="3529" y="7386"/>
                    <a:pt x="4359" y="7386"/>
                  </a:cubicBezTo>
                  <a:cubicBezTo>
                    <a:pt x="5756" y="7386"/>
                    <a:pt x="7402" y="6986"/>
                    <a:pt x="8365" y="5311"/>
                  </a:cubicBezTo>
                  <a:cubicBezTo>
                    <a:pt x="9633" y="3176"/>
                    <a:pt x="8165" y="141"/>
                    <a:pt x="5563" y="7"/>
                  </a:cubicBezTo>
                  <a:cubicBezTo>
                    <a:pt x="5492" y="3"/>
                    <a:pt x="5420" y="0"/>
                    <a:pt x="53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9"/>
            <p:cNvSpPr/>
            <p:nvPr/>
          </p:nvSpPr>
          <p:spPr>
            <a:xfrm>
              <a:off x="4699179" y="1209969"/>
              <a:ext cx="123709" cy="177201"/>
            </a:xfrm>
            <a:custGeom>
              <a:rect b="b" l="l" r="r" t="t"/>
              <a:pathLst>
                <a:path extrusionOk="0" h="6357" w="4438">
                  <a:moveTo>
                    <a:pt x="3048" y="1"/>
                  </a:moveTo>
                  <a:cubicBezTo>
                    <a:pt x="2280" y="1"/>
                    <a:pt x="1390" y="395"/>
                    <a:pt x="935" y="985"/>
                  </a:cubicBezTo>
                  <a:cubicBezTo>
                    <a:pt x="1" y="2186"/>
                    <a:pt x="568" y="5455"/>
                    <a:pt x="1235" y="5988"/>
                  </a:cubicBezTo>
                  <a:cubicBezTo>
                    <a:pt x="1548" y="6239"/>
                    <a:pt x="1794" y="6357"/>
                    <a:pt x="2017" y="6357"/>
                  </a:cubicBezTo>
                  <a:cubicBezTo>
                    <a:pt x="2268" y="6357"/>
                    <a:pt x="2488" y="6205"/>
                    <a:pt x="2736" y="5922"/>
                  </a:cubicBezTo>
                  <a:cubicBezTo>
                    <a:pt x="3203" y="5355"/>
                    <a:pt x="4437" y="2586"/>
                    <a:pt x="4437" y="1318"/>
                  </a:cubicBezTo>
                  <a:cubicBezTo>
                    <a:pt x="4437" y="378"/>
                    <a:pt x="3801" y="1"/>
                    <a:pt x="30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9"/>
            <p:cNvSpPr/>
            <p:nvPr/>
          </p:nvSpPr>
          <p:spPr>
            <a:xfrm>
              <a:off x="4712197" y="4225053"/>
              <a:ext cx="104169" cy="225035"/>
            </a:xfrm>
            <a:custGeom>
              <a:rect b="b" l="l" r="r" t="t"/>
              <a:pathLst>
                <a:path extrusionOk="0" h="8073" w="3737">
                  <a:moveTo>
                    <a:pt x="1" y="1"/>
                  </a:moveTo>
                  <a:lnTo>
                    <a:pt x="234" y="8073"/>
                  </a:lnTo>
                  <a:lnTo>
                    <a:pt x="3737" y="8073"/>
                  </a:lnTo>
                  <a:lnTo>
                    <a:pt x="3503" y="1"/>
                  </a:ln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9"/>
            <p:cNvSpPr/>
            <p:nvPr/>
          </p:nvSpPr>
          <p:spPr>
            <a:xfrm>
              <a:off x="5165040" y="4185079"/>
              <a:ext cx="156239" cy="231558"/>
            </a:xfrm>
            <a:custGeom>
              <a:rect b="b" l="l" r="r" t="t"/>
              <a:pathLst>
                <a:path extrusionOk="0" h="8307" w="5605">
                  <a:moveTo>
                    <a:pt x="3436" y="0"/>
                  </a:moveTo>
                  <a:lnTo>
                    <a:pt x="1" y="467"/>
                  </a:lnTo>
                  <a:lnTo>
                    <a:pt x="2169" y="8306"/>
                  </a:lnTo>
                  <a:lnTo>
                    <a:pt x="5605" y="7872"/>
                  </a:lnTo>
                  <a:lnTo>
                    <a:pt x="3436" y="0"/>
                  </a:ln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9"/>
            <p:cNvSpPr/>
            <p:nvPr/>
          </p:nvSpPr>
          <p:spPr>
            <a:xfrm>
              <a:off x="5091727" y="4368948"/>
              <a:ext cx="273259" cy="167807"/>
            </a:xfrm>
            <a:custGeom>
              <a:rect b="b" l="l" r="r" t="t"/>
              <a:pathLst>
                <a:path extrusionOk="0" h="6020" w="9803">
                  <a:moveTo>
                    <a:pt x="8136" y="0"/>
                  </a:moveTo>
                  <a:cubicBezTo>
                    <a:pt x="8114" y="0"/>
                    <a:pt x="8091" y="3"/>
                    <a:pt x="8068" y="9"/>
                  </a:cubicBezTo>
                  <a:lnTo>
                    <a:pt x="4332" y="1110"/>
                  </a:lnTo>
                  <a:cubicBezTo>
                    <a:pt x="4098" y="1176"/>
                    <a:pt x="3931" y="1310"/>
                    <a:pt x="3831" y="1477"/>
                  </a:cubicBezTo>
                  <a:cubicBezTo>
                    <a:pt x="3131" y="2477"/>
                    <a:pt x="2931" y="3378"/>
                    <a:pt x="496" y="4679"/>
                  </a:cubicBezTo>
                  <a:cubicBezTo>
                    <a:pt x="0" y="4941"/>
                    <a:pt x="294" y="6019"/>
                    <a:pt x="1334" y="6019"/>
                  </a:cubicBezTo>
                  <a:cubicBezTo>
                    <a:pt x="1484" y="6019"/>
                    <a:pt x="1649" y="5997"/>
                    <a:pt x="1830" y="5947"/>
                  </a:cubicBezTo>
                  <a:cubicBezTo>
                    <a:pt x="3231" y="5546"/>
                    <a:pt x="4665" y="5013"/>
                    <a:pt x="5699" y="4712"/>
                  </a:cubicBezTo>
                  <a:cubicBezTo>
                    <a:pt x="7367" y="4245"/>
                    <a:pt x="8001" y="4145"/>
                    <a:pt x="9335" y="3778"/>
                  </a:cubicBezTo>
                  <a:cubicBezTo>
                    <a:pt x="9636" y="3678"/>
                    <a:pt x="9802" y="3345"/>
                    <a:pt x="9702" y="3044"/>
                  </a:cubicBezTo>
                  <a:lnTo>
                    <a:pt x="8401" y="176"/>
                  </a:lnTo>
                  <a:cubicBezTo>
                    <a:pt x="8346" y="65"/>
                    <a:pt x="8245" y="0"/>
                    <a:pt x="8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9"/>
            <p:cNvSpPr/>
            <p:nvPr/>
          </p:nvSpPr>
          <p:spPr>
            <a:xfrm>
              <a:off x="4550405" y="4438749"/>
              <a:ext cx="295726" cy="109911"/>
            </a:xfrm>
            <a:custGeom>
              <a:rect b="b" l="l" r="r" t="t"/>
              <a:pathLst>
                <a:path extrusionOk="0" h="3943" w="10609">
                  <a:moveTo>
                    <a:pt x="5848" y="0"/>
                  </a:moveTo>
                  <a:cubicBezTo>
                    <a:pt x="5652" y="0"/>
                    <a:pt x="5482" y="91"/>
                    <a:pt x="5338" y="207"/>
                  </a:cubicBezTo>
                  <a:cubicBezTo>
                    <a:pt x="4437" y="974"/>
                    <a:pt x="3336" y="1775"/>
                    <a:pt x="601" y="2375"/>
                  </a:cubicBezTo>
                  <a:cubicBezTo>
                    <a:pt x="0" y="2509"/>
                    <a:pt x="101" y="3943"/>
                    <a:pt x="1535" y="3943"/>
                  </a:cubicBezTo>
                  <a:cubicBezTo>
                    <a:pt x="3003" y="3943"/>
                    <a:pt x="5204" y="3843"/>
                    <a:pt x="6272" y="3843"/>
                  </a:cubicBezTo>
                  <a:cubicBezTo>
                    <a:pt x="8006" y="3843"/>
                    <a:pt x="8640" y="3943"/>
                    <a:pt x="10008" y="3943"/>
                  </a:cubicBezTo>
                  <a:cubicBezTo>
                    <a:pt x="10341" y="3943"/>
                    <a:pt x="10608" y="3676"/>
                    <a:pt x="10575" y="3342"/>
                  </a:cubicBezTo>
                  <a:lnTo>
                    <a:pt x="10141" y="240"/>
                  </a:lnTo>
                  <a:cubicBezTo>
                    <a:pt x="10112" y="95"/>
                    <a:pt x="10007" y="0"/>
                    <a:pt x="9892" y="0"/>
                  </a:cubicBezTo>
                  <a:cubicBezTo>
                    <a:pt x="9875" y="0"/>
                    <a:pt x="9858" y="2"/>
                    <a:pt x="9841" y="7"/>
                  </a:cubicBezTo>
                  <a:lnTo>
                    <a:pt x="5938" y="7"/>
                  </a:lnTo>
                  <a:cubicBezTo>
                    <a:pt x="5907" y="2"/>
                    <a:pt x="5877" y="0"/>
                    <a:pt x="58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29"/>
            <p:cNvSpPr/>
            <p:nvPr/>
          </p:nvSpPr>
          <p:spPr>
            <a:xfrm>
              <a:off x="4712197" y="4225053"/>
              <a:ext cx="101381" cy="115319"/>
            </a:xfrm>
            <a:custGeom>
              <a:rect b="b" l="l" r="r" t="t"/>
              <a:pathLst>
                <a:path extrusionOk="0" h="4137" w="3637">
                  <a:moveTo>
                    <a:pt x="1" y="1"/>
                  </a:moveTo>
                  <a:lnTo>
                    <a:pt x="134" y="4137"/>
                  </a:lnTo>
                  <a:lnTo>
                    <a:pt x="3637" y="4137"/>
                  </a:lnTo>
                  <a:lnTo>
                    <a:pt x="3503" y="1"/>
                  </a:lnTo>
                  <a:close/>
                </a:path>
              </a:pathLst>
            </a:custGeom>
            <a:solidFill>
              <a:srgbClr val="1A2327">
                <a:alpha val="130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29"/>
            <p:cNvSpPr/>
            <p:nvPr/>
          </p:nvSpPr>
          <p:spPr>
            <a:xfrm>
              <a:off x="5165040" y="4185079"/>
              <a:ext cx="127417" cy="125549"/>
            </a:xfrm>
            <a:custGeom>
              <a:rect b="b" l="l" r="r" t="t"/>
              <a:pathLst>
                <a:path extrusionOk="0" h="4504" w="4571">
                  <a:moveTo>
                    <a:pt x="3436" y="0"/>
                  </a:moveTo>
                  <a:lnTo>
                    <a:pt x="1" y="467"/>
                  </a:lnTo>
                  <a:lnTo>
                    <a:pt x="1101" y="4503"/>
                  </a:lnTo>
                  <a:lnTo>
                    <a:pt x="4570" y="4070"/>
                  </a:lnTo>
                  <a:lnTo>
                    <a:pt x="3436" y="0"/>
                  </a:lnTo>
                  <a:close/>
                </a:path>
              </a:pathLst>
            </a:custGeom>
            <a:solidFill>
              <a:srgbClr val="1A2327">
                <a:alpha val="130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9"/>
            <p:cNvSpPr/>
            <p:nvPr/>
          </p:nvSpPr>
          <p:spPr>
            <a:xfrm>
              <a:off x="4553192" y="1646784"/>
              <a:ext cx="557918" cy="615341"/>
            </a:xfrm>
            <a:custGeom>
              <a:rect b="b" l="l" r="r" t="t"/>
              <a:pathLst>
                <a:path extrusionOk="0" h="22075" w="20015">
                  <a:moveTo>
                    <a:pt x="10779" y="0"/>
                  </a:moveTo>
                  <a:cubicBezTo>
                    <a:pt x="9707" y="0"/>
                    <a:pt x="8640" y="42"/>
                    <a:pt x="7573" y="125"/>
                  </a:cubicBezTo>
                  <a:cubicBezTo>
                    <a:pt x="4804" y="359"/>
                    <a:pt x="1668" y="1026"/>
                    <a:pt x="1668" y="1026"/>
                  </a:cubicBezTo>
                  <a:cubicBezTo>
                    <a:pt x="1668" y="1026"/>
                    <a:pt x="1" y="1593"/>
                    <a:pt x="3336" y="22074"/>
                  </a:cubicBezTo>
                  <a:lnTo>
                    <a:pt x="17513" y="22074"/>
                  </a:lnTo>
                  <a:cubicBezTo>
                    <a:pt x="17280" y="16304"/>
                    <a:pt x="17246" y="12734"/>
                    <a:pt x="20015" y="926"/>
                  </a:cubicBezTo>
                  <a:cubicBezTo>
                    <a:pt x="18013" y="492"/>
                    <a:pt x="16012" y="226"/>
                    <a:pt x="14011" y="125"/>
                  </a:cubicBezTo>
                  <a:cubicBezTo>
                    <a:pt x="12926" y="42"/>
                    <a:pt x="11851" y="0"/>
                    <a:pt x="107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29"/>
            <p:cNvSpPr/>
            <p:nvPr/>
          </p:nvSpPr>
          <p:spPr>
            <a:xfrm>
              <a:off x="4701966" y="1448475"/>
              <a:ext cx="240868" cy="259461"/>
            </a:xfrm>
            <a:custGeom>
              <a:rect b="b" l="l" r="r" t="t"/>
              <a:pathLst>
                <a:path extrusionOk="0" h="9308" w="8641">
                  <a:moveTo>
                    <a:pt x="8006" y="1"/>
                  </a:moveTo>
                  <a:lnTo>
                    <a:pt x="4070" y="3370"/>
                  </a:lnTo>
                  <a:cubicBezTo>
                    <a:pt x="4471" y="4971"/>
                    <a:pt x="4537" y="6672"/>
                    <a:pt x="2236" y="7239"/>
                  </a:cubicBezTo>
                  <a:cubicBezTo>
                    <a:pt x="2236" y="7239"/>
                    <a:pt x="1" y="9308"/>
                    <a:pt x="4237" y="9308"/>
                  </a:cubicBezTo>
                  <a:cubicBezTo>
                    <a:pt x="8073" y="9308"/>
                    <a:pt x="8640" y="7239"/>
                    <a:pt x="8640" y="7239"/>
                  </a:cubicBezTo>
                  <a:cubicBezTo>
                    <a:pt x="7206" y="5872"/>
                    <a:pt x="7606" y="2069"/>
                    <a:pt x="8006" y="1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9"/>
            <p:cNvSpPr/>
            <p:nvPr/>
          </p:nvSpPr>
          <p:spPr>
            <a:xfrm>
              <a:off x="4815421" y="1486609"/>
              <a:ext cx="67904" cy="87444"/>
            </a:xfrm>
            <a:custGeom>
              <a:rect b="b" l="l" r="r" t="t"/>
              <a:pathLst>
                <a:path extrusionOk="0" h="3137" w="2436">
                  <a:moveTo>
                    <a:pt x="2335" y="1"/>
                  </a:moveTo>
                  <a:lnTo>
                    <a:pt x="0" y="2002"/>
                  </a:lnTo>
                  <a:cubicBezTo>
                    <a:pt x="100" y="2369"/>
                    <a:pt x="167" y="2736"/>
                    <a:pt x="200" y="3136"/>
                  </a:cubicBezTo>
                  <a:cubicBezTo>
                    <a:pt x="1068" y="3003"/>
                    <a:pt x="2269" y="2035"/>
                    <a:pt x="2369" y="1135"/>
                  </a:cubicBezTo>
                  <a:cubicBezTo>
                    <a:pt x="2435" y="734"/>
                    <a:pt x="2402" y="367"/>
                    <a:pt x="2335" y="1"/>
                  </a:cubicBezTo>
                  <a:close/>
                </a:path>
              </a:pathLst>
            </a:custGeom>
            <a:solidFill>
              <a:srgbClr val="1A2327">
                <a:alpha val="130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9"/>
            <p:cNvSpPr/>
            <p:nvPr/>
          </p:nvSpPr>
          <p:spPr>
            <a:xfrm>
              <a:off x="4685241" y="1181368"/>
              <a:ext cx="314681" cy="365330"/>
            </a:xfrm>
            <a:custGeom>
              <a:rect b="b" l="l" r="r" t="t"/>
              <a:pathLst>
                <a:path extrusionOk="0" h="13106" w="11289">
                  <a:moveTo>
                    <a:pt x="5946" y="1"/>
                  </a:moveTo>
                  <a:cubicBezTo>
                    <a:pt x="5616" y="1"/>
                    <a:pt x="5278" y="36"/>
                    <a:pt x="4937" y="109"/>
                  </a:cubicBezTo>
                  <a:cubicBezTo>
                    <a:pt x="1368" y="877"/>
                    <a:pt x="0" y="5847"/>
                    <a:pt x="200" y="9049"/>
                  </a:cubicBezTo>
                  <a:cubicBezTo>
                    <a:pt x="340" y="11516"/>
                    <a:pt x="2314" y="13106"/>
                    <a:pt x="4526" y="13106"/>
                  </a:cubicBezTo>
                  <a:cubicBezTo>
                    <a:pt x="5484" y="13106"/>
                    <a:pt x="6488" y="12807"/>
                    <a:pt x="7406" y="12151"/>
                  </a:cubicBezTo>
                  <a:cubicBezTo>
                    <a:pt x="9440" y="10684"/>
                    <a:pt x="9707" y="9249"/>
                    <a:pt x="10508" y="5880"/>
                  </a:cubicBezTo>
                  <a:cubicBezTo>
                    <a:pt x="11288" y="2819"/>
                    <a:pt x="8909" y="1"/>
                    <a:pt x="5946" y="1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9"/>
            <p:cNvSpPr/>
            <p:nvPr/>
          </p:nvSpPr>
          <p:spPr>
            <a:xfrm>
              <a:off x="4909335" y="1135513"/>
              <a:ext cx="177898" cy="172686"/>
            </a:xfrm>
            <a:custGeom>
              <a:rect b="b" l="l" r="r" t="t"/>
              <a:pathLst>
                <a:path extrusionOk="0" h="6195" w="6382">
                  <a:moveTo>
                    <a:pt x="1961" y="1"/>
                  </a:moveTo>
                  <a:cubicBezTo>
                    <a:pt x="1428" y="1"/>
                    <a:pt x="991" y="118"/>
                    <a:pt x="768" y="320"/>
                  </a:cubicBezTo>
                  <a:cubicBezTo>
                    <a:pt x="67" y="921"/>
                    <a:pt x="0" y="1421"/>
                    <a:pt x="367" y="2188"/>
                  </a:cubicBezTo>
                  <a:cubicBezTo>
                    <a:pt x="734" y="2955"/>
                    <a:pt x="3002" y="5591"/>
                    <a:pt x="4170" y="6091"/>
                  </a:cubicBezTo>
                  <a:cubicBezTo>
                    <a:pt x="4340" y="6161"/>
                    <a:pt x="4498" y="6194"/>
                    <a:pt x="4645" y="6194"/>
                  </a:cubicBezTo>
                  <a:cubicBezTo>
                    <a:pt x="6027" y="6194"/>
                    <a:pt x="6382" y="3308"/>
                    <a:pt x="5538" y="1921"/>
                  </a:cubicBezTo>
                  <a:cubicBezTo>
                    <a:pt x="4674" y="535"/>
                    <a:pt x="3099" y="1"/>
                    <a:pt x="19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9"/>
            <p:cNvSpPr/>
            <p:nvPr/>
          </p:nvSpPr>
          <p:spPr>
            <a:xfrm>
              <a:off x="4806110" y="1141757"/>
              <a:ext cx="255753" cy="248896"/>
            </a:xfrm>
            <a:custGeom>
              <a:rect b="b" l="l" r="r" t="t"/>
              <a:pathLst>
                <a:path extrusionOk="0" h="8929" w="9175">
                  <a:moveTo>
                    <a:pt x="2822" y="0"/>
                  </a:moveTo>
                  <a:cubicBezTo>
                    <a:pt x="2043" y="0"/>
                    <a:pt x="1401" y="173"/>
                    <a:pt x="1068" y="463"/>
                  </a:cubicBezTo>
                  <a:cubicBezTo>
                    <a:pt x="67" y="1397"/>
                    <a:pt x="1" y="2031"/>
                    <a:pt x="534" y="3165"/>
                  </a:cubicBezTo>
                  <a:cubicBezTo>
                    <a:pt x="1035" y="4299"/>
                    <a:pt x="4304" y="8068"/>
                    <a:pt x="5972" y="8769"/>
                  </a:cubicBezTo>
                  <a:cubicBezTo>
                    <a:pt x="6230" y="8878"/>
                    <a:pt x="6470" y="8929"/>
                    <a:pt x="6691" y="8929"/>
                  </a:cubicBezTo>
                  <a:cubicBezTo>
                    <a:pt x="8699" y="8929"/>
                    <a:pt x="9175" y="4781"/>
                    <a:pt x="7973" y="2798"/>
                  </a:cubicBezTo>
                  <a:cubicBezTo>
                    <a:pt x="6707" y="763"/>
                    <a:pt x="4460" y="0"/>
                    <a:pt x="28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9"/>
            <p:cNvSpPr/>
            <p:nvPr/>
          </p:nvSpPr>
          <p:spPr>
            <a:xfrm>
              <a:off x="4568998" y="2262117"/>
              <a:ext cx="366389" cy="2055893"/>
            </a:xfrm>
            <a:custGeom>
              <a:rect b="b" l="l" r="r" t="t"/>
              <a:pathLst>
                <a:path extrusionOk="0" h="73754" w="13144">
                  <a:moveTo>
                    <a:pt x="2769" y="0"/>
                  </a:moveTo>
                  <a:cubicBezTo>
                    <a:pt x="2769" y="0"/>
                    <a:pt x="1" y="26853"/>
                    <a:pt x="234" y="37494"/>
                  </a:cubicBezTo>
                  <a:cubicBezTo>
                    <a:pt x="468" y="48535"/>
                    <a:pt x="4537" y="73753"/>
                    <a:pt x="4537" y="73753"/>
                  </a:cubicBezTo>
                  <a:lnTo>
                    <a:pt x="9241" y="73753"/>
                  </a:lnTo>
                  <a:cubicBezTo>
                    <a:pt x="9241" y="73753"/>
                    <a:pt x="8507" y="49169"/>
                    <a:pt x="8907" y="38328"/>
                  </a:cubicBezTo>
                  <a:cubicBezTo>
                    <a:pt x="9407" y="26486"/>
                    <a:pt x="13143" y="0"/>
                    <a:pt x="13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9"/>
            <p:cNvSpPr/>
            <p:nvPr/>
          </p:nvSpPr>
          <p:spPr>
            <a:xfrm>
              <a:off x="4672223" y="4267814"/>
              <a:ext cx="172964" cy="54914"/>
            </a:xfrm>
            <a:custGeom>
              <a:rect b="b" l="l" r="r" t="t"/>
              <a:pathLst>
                <a:path extrusionOk="0" h="1970" w="6205">
                  <a:moveTo>
                    <a:pt x="6205" y="1"/>
                  </a:moveTo>
                  <a:lnTo>
                    <a:pt x="0" y="201"/>
                  </a:lnTo>
                  <a:lnTo>
                    <a:pt x="434" y="1969"/>
                  </a:lnTo>
                  <a:lnTo>
                    <a:pt x="5938" y="1969"/>
                  </a:lnTo>
                  <a:lnTo>
                    <a:pt x="62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9"/>
            <p:cNvSpPr/>
            <p:nvPr/>
          </p:nvSpPr>
          <p:spPr>
            <a:xfrm>
              <a:off x="4718719" y="2401830"/>
              <a:ext cx="182275" cy="729712"/>
            </a:xfrm>
            <a:custGeom>
              <a:rect b="b" l="l" r="r" t="t"/>
              <a:pathLst>
                <a:path extrusionOk="0" h="26178" w="6539">
                  <a:moveTo>
                    <a:pt x="4977" y="1"/>
                  </a:moveTo>
                  <a:cubicBezTo>
                    <a:pt x="4564" y="1"/>
                    <a:pt x="4076" y="501"/>
                    <a:pt x="3503" y="1660"/>
                  </a:cubicBezTo>
                  <a:cubicBezTo>
                    <a:pt x="0" y="8665"/>
                    <a:pt x="2802" y="21407"/>
                    <a:pt x="4036" y="26177"/>
                  </a:cubicBezTo>
                  <a:cubicBezTo>
                    <a:pt x="4637" y="19039"/>
                    <a:pt x="5704" y="10333"/>
                    <a:pt x="6538" y="3895"/>
                  </a:cubicBezTo>
                  <a:cubicBezTo>
                    <a:pt x="6217" y="1604"/>
                    <a:pt x="5717" y="1"/>
                    <a:pt x="497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9"/>
            <p:cNvSpPr/>
            <p:nvPr/>
          </p:nvSpPr>
          <p:spPr>
            <a:xfrm>
              <a:off x="4750331" y="2261197"/>
              <a:ext cx="550475" cy="2030777"/>
            </a:xfrm>
            <a:custGeom>
              <a:rect b="b" l="l" r="r" t="t"/>
              <a:pathLst>
                <a:path extrusionOk="0" h="72853" w="19748">
                  <a:moveTo>
                    <a:pt x="10408" y="0"/>
                  </a:moveTo>
                  <a:lnTo>
                    <a:pt x="0" y="33"/>
                  </a:lnTo>
                  <a:cubicBezTo>
                    <a:pt x="0" y="33"/>
                    <a:pt x="3203" y="27953"/>
                    <a:pt x="5638" y="36893"/>
                  </a:cubicBezTo>
                  <a:cubicBezTo>
                    <a:pt x="8506" y="47534"/>
                    <a:pt x="15044" y="72852"/>
                    <a:pt x="15044" y="72852"/>
                  </a:cubicBezTo>
                  <a:lnTo>
                    <a:pt x="19748" y="72218"/>
                  </a:lnTo>
                  <a:cubicBezTo>
                    <a:pt x="19748" y="72218"/>
                    <a:pt x="15545" y="44098"/>
                    <a:pt x="14177" y="38227"/>
                  </a:cubicBezTo>
                  <a:cubicBezTo>
                    <a:pt x="11208" y="25719"/>
                    <a:pt x="14177" y="7839"/>
                    <a:pt x="104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29"/>
            <p:cNvSpPr/>
            <p:nvPr/>
          </p:nvSpPr>
          <p:spPr>
            <a:xfrm>
              <a:off x="5129694" y="4217610"/>
              <a:ext cx="190665" cy="82789"/>
            </a:xfrm>
            <a:custGeom>
              <a:rect b="b" l="l" r="r" t="t"/>
              <a:pathLst>
                <a:path extrusionOk="0" h="2970" w="6840">
                  <a:moveTo>
                    <a:pt x="6839" y="1"/>
                  </a:moveTo>
                  <a:lnTo>
                    <a:pt x="1" y="1235"/>
                  </a:lnTo>
                  <a:lnTo>
                    <a:pt x="868" y="2969"/>
                  </a:lnTo>
                  <a:lnTo>
                    <a:pt x="6739" y="2202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9"/>
            <p:cNvSpPr/>
            <p:nvPr/>
          </p:nvSpPr>
          <p:spPr>
            <a:xfrm>
              <a:off x="4809846" y="1331229"/>
              <a:ext cx="21408" cy="28126"/>
            </a:xfrm>
            <a:custGeom>
              <a:rect b="b" l="l" r="r" t="t"/>
              <a:pathLst>
                <a:path extrusionOk="0" h="1009" w="768">
                  <a:moveTo>
                    <a:pt x="430" y="0"/>
                  </a:moveTo>
                  <a:cubicBezTo>
                    <a:pt x="272" y="0"/>
                    <a:pt x="98" y="190"/>
                    <a:pt x="67" y="438"/>
                  </a:cubicBezTo>
                  <a:cubicBezTo>
                    <a:pt x="0" y="704"/>
                    <a:pt x="134" y="971"/>
                    <a:pt x="300" y="1005"/>
                  </a:cubicBezTo>
                  <a:cubicBezTo>
                    <a:pt x="315" y="1007"/>
                    <a:pt x="329" y="1008"/>
                    <a:pt x="344" y="1008"/>
                  </a:cubicBezTo>
                  <a:cubicBezTo>
                    <a:pt x="524" y="1008"/>
                    <a:pt x="672" y="816"/>
                    <a:pt x="734" y="538"/>
                  </a:cubicBezTo>
                  <a:cubicBezTo>
                    <a:pt x="767" y="271"/>
                    <a:pt x="667" y="4"/>
                    <a:pt x="467" y="4"/>
                  </a:cubicBezTo>
                  <a:cubicBezTo>
                    <a:pt x="455" y="1"/>
                    <a:pt x="442" y="0"/>
                    <a:pt x="4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9"/>
            <p:cNvSpPr/>
            <p:nvPr/>
          </p:nvSpPr>
          <p:spPr>
            <a:xfrm>
              <a:off x="4723347" y="1315424"/>
              <a:ext cx="20488" cy="28126"/>
            </a:xfrm>
            <a:custGeom>
              <a:rect b="b" l="l" r="r" t="t"/>
              <a:pathLst>
                <a:path extrusionOk="0" h="1009" w="735">
                  <a:moveTo>
                    <a:pt x="424" y="0"/>
                  </a:moveTo>
                  <a:cubicBezTo>
                    <a:pt x="239" y="0"/>
                    <a:pt x="65" y="190"/>
                    <a:pt x="34" y="437"/>
                  </a:cubicBezTo>
                  <a:cubicBezTo>
                    <a:pt x="1" y="738"/>
                    <a:pt x="101" y="971"/>
                    <a:pt x="268" y="1005"/>
                  </a:cubicBezTo>
                  <a:cubicBezTo>
                    <a:pt x="282" y="1007"/>
                    <a:pt x="297" y="1008"/>
                    <a:pt x="311" y="1008"/>
                  </a:cubicBezTo>
                  <a:cubicBezTo>
                    <a:pt x="492" y="1008"/>
                    <a:pt x="640" y="818"/>
                    <a:pt x="701" y="571"/>
                  </a:cubicBezTo>
                  <a:cubicBezTo>
                    <a:pt x="735" y="271"/>
                    <a:pt x="635" y="37"/>
                    <a:pt x="468" y="4"/>
                  </a:cubicBezTo>
                  <a:cubicBezTo>
                    <a:pt x="453" y="1"/>
                    <a:pt x="439" y="0"/>
                    <a:pt x="4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29"/>
            <p:cNvSpPr/>
            <p:nvPr/>
          </p:nvSpPr>
          <p:spPr>
            <a:xfrm>
              <a:off x="4720559" y="1308064"/>
              <a:ext cx="17701" cy="10397"/>
            </a:xfrm>
            <a:custGeom>
              <a:rect b="b" l="l" r="r" t="t"/>
              <a:pathLst>
                <a:path extrusionOk="0" h="373" w="635">
                  <a:moveTo>
                    <a:pt x="1" y="1"/>
                  </a:moveTo>
                  <a:cubicBezTo>
                    <a:pt x="1" y="1"/>
                    <a:pt x="176" y="373"/>
                    <a:pt x="437" y="373"/>
                  </a:cubicBezTo>
                  <a:cubicBezTo>
                    <a:pt x="498" y="373"/>
                    <a:pt x="565" y="352"/>
                    <a:pt x="635" y="30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29"/>
            <p:cNvSpPr/>
            <p:nvPr/>
          </p:nvSpPr>
          <p:spPr>
            <a:xfrm>
              <a:off x="4727082" y="1348066"/>
              <a:ext cx="36293" cy="55025"/>
            </a:xfrm>
            <a:custGeom>
              <a:rect b="b" l="l" r="r" t="t"/>
              <a:pathLst>
                <a:path extrusionOk="0" h="1974" w="1302">
                  <a:moveTo>
                    <a:pt x="1301" y="0"/>
                  </a:moveTo>
                  <a:cubicBezTo>
                    <a:pt x="934" y="601"/>
                    <a:pt x="501" y="1134"/>
                    <a:pt x="0" y="1601"/>
                  </a:cubicBezTo>
                  <a:cubicBezTo>
                    <a:pt x="240" y="1841"/>
                    <a:pt x="534" y="1973"/>
                    <a:pt x="858" y="1973"/>
                  </a:cubicBezTo>
                  <a:cubicBezTo>
                    <a:pt x="894" y="1973"/>
                    <a:pt x="931" y="1972"/>
                    <a:pt x="968" y="1968"/>
                  </a:cubicBezTo>
                  <a:lnTo>
                    <a:pt x="1301" y="0"/>
                  </a:lnTo>
                  <a:close/>
                </a:path>
              </a:pathLst>
            </a:custGeom>
            <a:solidFill>
              <a:srgbClr val="ED84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29"/>
            <p:cNvSpPr/>
            <p:nvPr/>
          </p:nvSpPr>
          <p:spPr>
            <a:xfrm>
              <a:off x="4773579" y="1418035"/>
              <a:ext cx="61381" cy="21185"/>
            </a:xfrm>
            <a:custGeom>
              <a:rect b="b" l="l" r="r" t="t"/>
              <a:pathLst>
                <a:path extrusionOk="0" h="760" w="2202">
                  <a:moveTo>
                    <a:pt x="2102" y="0"/>
                  </a:moveTo>
                  <a:cubicBezTo>
                    <a:pt x="2077" y="0"/>
                    <a:pt x="2052" y="9"/>
                    <a:pt x="2035" y="25"/>
                  </a:cubicBezTo>
                  <a:cubicBezTo>
                    <a:pt x="1637" y="397"/>
                    <a:pt x="1091" y="600"/>
                    <a:pt x="531" y="600"/>
                  </a:cubicBezTo>
                  <a:cubicBezTo>
                    <a:pt x="388" y="600"/>
                    <a:pt x="243" y="586"/>
                    <a:pt x="100" y="559"/>
                  </a:cubicBezTo>
                  <a:cubicBezTo>
                    <a:pt x="67" y="559"/>
                    <a:pt x="34" y="593"/>
                    <a:pt x="0" y="626"/>
                  </a:cubicBezTo>
                  <a:cubicBezTo>
                    <a:pt x="0" y="659"/>
                    <a:pt x="34" y="726"/>
                    <a:pt x="67" y="726"/>
                  </a:cubicBezTo>
                  <a:cubicBezTo>
                    <a:pt x="234" y="759"/>
                    <a:pt x="400" y="759"/>
                    <a:pt x="534" y="759"/>
                  </a:cubicBezTo>
                  <a:cubicBezTo>
                    <a:pt x="1134" y="759"/>
                    <a:pt x="1735" y="526"/>
                    <a:pt x="2168" y="126"/>
                  </a:cubicBezTo>
                  <a:cubicBezTo>
                    <a:pt x="2202" y="92"/>
                    <a:pt x="2202" y="59"/>
                    <a:pt x="2168" y="25"/>
                  </a:cubicBezTo>
                  <a:cubicBezTo>
                    <a:pt x="2152" y="9"/>
                    <a:pt x="2127" y="0"/>
                    <a:pt x="21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9"/>
            <p:cNvSpPr/>
            <p:nvPr/>
          </p:nvSpPr>
          <p:spPr>
            <a:xfrm>
              <a:off x="4921210" y="1361670"/>
              <a:ext cx="89507" cy="83095"/>
            </a:xfrm>
            <a:custGeom>
              <a:rect b="b" l="l" r="r" t="t"/>
              <a:pathLst>
                <a:path extrusionOk="0" h="2981" w="3211">
                  <a:moveTo>
                    <a:pt x="1853" y="0"/>
                  </a:moveTo>
                  <a:cubicBezTo>
                    <a:pt x="1085" y="0"/>
                    <a:pt x="427" y="893"/>
                    <a:pt x="208" y="1580"/>
                  </a:cubicBezTo>
                  <a:cubicBezTo>
                    <a:pt x="0" y="2294"/>
                    <a:pt x="269" y="2980"/>
                    <a:pt x="943" y="2980"/>
                  </a:cubicBezTo>
                  <a:cubicBezTo>
                    <a:pt x="1025" y="2980"/>
                    <a:pt x="1114" y="2970"/>
                    <a:pt x="1209" y="2948"/>
                  </a:cubicBezTo>
                  <a:cubicBezTo>
                    <a:pt x="1843" y="2748"/>
                    <a:pt x="2410" y="2348"/>
                    <a:pt x="2743" y="1781"/>
                  </a:cubicBezTo>
                  <a:cubicBezTo>
                    <a:pt x="3210" y="1080"/>
                    <a:pt x="2810" y="146"/>
                    <a:pt x="2009" y="13"/>
                  </a:cubicBezTo>
                  <a:cubicBezTo>
                    <a:pt x="1957" y="4"/>
                    <a:pt x="1905" y="0"/>
                    <a:pt x="1853" y="0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29"/>
            <p:cNvSpPr/>
            <p:nvPr/>
          </p:nvSpPr>
          <p:spPr>
            <a:xfrm>
              <a:off x="4827491" y="1288300"/>
              <a:ext cx="40029" cy="31889"/>
            </a:xfrm>
            <a:custGeom>
              <a:rect b="b" l="l" r="r" t="t"/>
              <a:pathLst>
                <a:path extrusionOk="0" h="1144" w="1436">
                  <a:moveTo>
                    <a:pt x="151" y="1"/>
                  </a:moveTo>
                  <a:cubicBezTo>
                    <a:pt x="79" y="1"/>
                    <a:pt x="34" y="61"/>
                    <a:pt x="34" y="143"/>
                  </a:cubicBezTo>
                  <a:cubicBezTo>
                    <a:pt x="1" y="243"/>
                    <a:pt x="68" y="310"/>
                    <a:pt x="168" y="310"/>
                  </a:cubicBezTo>
                  <a:cubicBezTo>
                    <a:pt x="568" y="410"/>
                    <a:pt x="935" y="677"/>
                    <a:pt x="1102" y="1044"/>
                  </a:cubicBezTo>
                  <a:cubicBezTo>
                    <a:pt x="1135" y="1110"/>
                    <a:pt x="1168" y="1110"/>
                    <a:pt x="1202" y="1144"/>
                  </a:cubicBezTo>
                  <a:lnTo>
                    <a:pt x="1335" y="1144"/>
                  </a:lnTo>
                  <a:cubicBezTo>
                    <a:pt x="1402" y="1077"/>
                    <a:pt x="1435" y="977"/>
                    <a:pt x="1402" y="910"/>
                  </a:cubicBezTo>
                  <a:cubicBezTo>
                    <a:pt x="1168" y="410"/>
                    <a:pt x="735" y="76"/>
                    <a:pt x="201" y="9"/>
                  </a:cubicBezTo>
                  <a:cubicBezTo>
                    <a:pt x="183" y="4"/>
                    <a:pt x="167" y="1"/>
                    <a:pt x="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29"/>
            <p:cNvSpPr/>
            <p:nvPr/>
          </p:nvSpPr>
          <p:spPr>
            <a:xfrm>
              <a:off x="4705701" y="1261233"/>
              <a:ext cx="45576" cy="22690"/>
            </a:xfrm>
            <a:custGeom>
              <a:rect b="b" l="l" r="r" t="t"/>
              <a:pathLst>
                <a:path extrusionOk="0" h="814" w="1635">
                  <a:moveTo>
                    <a:pt x="1298" y="0"/>
                  </a:moveTo>
                  <a:cubicBezTo>
                    <a:pt x="835" y="0"/>
                    <a:pt x="387" y="197"/>
                    <a:pt x="67" y="547"/>
                  </a:cubicBezTo>
                  <a:cubicBezTo>
                    <a:pt x="0" y="614"/>
                    <a:pt x="0" y="714"/>
                    <a:pt x="67" y="780"/>
                  </a:cubicBezTo>
                  <a:cubicBezTo>
                    <a:pt x="100" y="814"/>
                    <a:pt x="134" y="814"/>
                    <a:pt x="200" y="814"/>
                  </a:cubicBezTo>
                  <a:cubicBezTo>
                    <a:pt x="234" y="814"/>
                    <a:pt x="267" y="780"/>
                    <a:pt x="300" y="747"/>
                  </a:cubicBezTo>
                  <a:cubicBezTo>
                    <a:pt x="556" y="491"/>
                    <a:pt x="885" y="332"/>
                    <a:pt x="1245" y="332"/>
                  </a:cubicBezTo>
                  <a:cubicBezTo>
                    <a:pt x="1307" y="332"/>
                    <a:pt x="1371" y="337"/>
                    <a:pt x="1434" y="347"/>
                  </a:cubicBezTo>
                  <a:cubicBezTo>
                    <a:pt x="1501" y="347"/>
                    <a:pt x="1601" y="313"/>
                    <a:pt x="1635" y="213"/>
                  </a:cubicBezTo>
                  <a:cubicBezTo>
                    <a:pt x="1635" y="113"/>
                    <a:pt x="1568" y="46"/>
                    <a:pt x="1501" y="13"/>
                  </a:cubicBezTo>
                  <a:cubicBezTo>
                    <a:pt x="1433" y="5"/>
                    <a:pt x="1366" y="0"/>
                    <a:pt x="12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9"/>
            <p:cNvSpPr/>
            <p:nvPr/>
          </p:nvSpPr>
          <p:spPr>
            <a:xfrm>
              <a:off x="5157597" y="4404072"/>
              <a:ext cx="52098" cy="23108"/>
            </a:xfrm>
            <a:custGeom>
              <a:rect b="b" l="l" r="r" t="t"/>
              <a:pathLst>
                <a:path extrusionOk="0" h="829" w="1869">
                  <a:moveTo>
                    <a:pt x="550" y="154"/>
                  </a:moveTo>
                  <a:cubicBezTo>
                    <a:pt x="842" y="154"/>
                    <a:pt x="1257" y="228"/>
                    <a:pt x="1568" y="317"/>
                  </a:cubicBezTo>
                  <a:lnTo>
                    <a:pt x="1568" y="350"/>
                  </a:lnTo>
                  <a:cubicBezTo>
                    <a:pt x="1171" y="549"/>
                    <a:pt x="811" y="655"/>
                    <a:pt x="570" y="655"/>
                  </a:cubicBezTo>
                  <a:cubicBezTo>
                    <a:pt x="487" y="655"/>
                    <a:pt x="419" y="642"/>
                    <a:pt x="368" y="617"/>
                  </a:cubicBezTo>
                  <a:cubicBezTo>
                    <a:pt x="268" y="550"/>
                    <a:pt x="201" y="450"/>
                    <a:pt x="201" y="350"/>
                  </a:cubicBezTo>
                  <a:cubicBezTo>
                    <a:pt x="201" y="317"/>
                    <a:pt x="201" y="250"/>
                    <a:pt x="234" y="217"/>
                  </a:cubicBezTo>
                  <a:cubicBezTo>
                    <a:pt x="290" y="172"/>
                    <a:pt x="405" y="154"/>
                    <a:pt x="550" y="154"/>
                  </a:cubicBezTo>
                  <a:close/>
                  <a:moveTo>
                    <a:pt x="582" y="0"/>
                  </a:moveTo>
                  <a:cubicBezTo>
                    <a:pt x="393" y="0"/>
                    <a:pt x="229" y="32"/>
                    <a:pt x="134" y="117"/>
                  </a:cubicBezTo>
                  <a:cubicBezTo>
                    <a:pt x="67" y="183"/>
                    <a:pt x="1" y="283"/>
                    <a:pt x="34" y="383"/>
                  </a:cubicBezTo>
                  <a:cubicBezTo>
                    <a:pt x="34" y="517"/>
                    <a:pt x="134" y="650"/>
                    <a:pt x="234" y="750"/>
                  </a:cubicBezTo>
                  <a:lnTo>
                    <a:pt x="268" y="784"/>
                  </a:lnTo>
                  <a:cubicBezTo>
                    <a:pt x="343" y="815"/>
                    <a:pt x="430" y="829"/>
                    <a:pt x="524" y="829"/>
                  </a:cubicBezTo>
                  <a:cubicBezTo>
                    <a:pt x="932" y="829"/>
                    <a:pt x="1477" y="573"/>
                    <a:pt x="1802" y="383"/>
                  </a:cubicBezTo>
                  <a:cubicBezTo>
                    <a:pt x="1835" y="350"/>
                    <a:pt x="1869" y="350"/>
                    <a:pt x="1869" y="317"/>
                  </a:cubicBezTo>
                  <a:cubicBezTo>
                    <a:pt x="1869" y="283"/>
                    <a:pt x="1835" y="250"/>
                    <a:pt x="1802" y="250"/>
                  </a:cubicBezTo>
                  <a:cubicBezTo>
                    <a:pt x="1706" y="202"/>
                    <a:pt x="1062" y="0"/>
                    <a:pt x="5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9"/>
            <p:cNvSpPr/>
            <p:nvPr/>
          </p:nvSpPr>
          <p:spPr>
            <a:xfrm>
              <a:off x="5172483" y="4376865"/>
              <a:ext cx="37213" cy="37910"/>
            </a:xfrm>
            <a:custGeom>
              <a:rect b="b" l="l" r="r" t="t"/>
              <a:pathLst>
                <a:path extrusionOk="0" h="1360" w="1335">
                  <a:moveTo>
                    <a:pt x="397" y="167"/>
                  </a:moveTo>
                  <a:cubicBezTo>
                    <a:pt x="434" y="167"/>
                    <a:pt x="467" y="175"/>
                    <a:pt x="501" y="192"/>
                  </a:cubicBezTo>
                  <a:cubicBezTo>
                    <a:pt x="534" y="192"/>
                    <a:pt x="534" y="192"/>
                    <a:pt x="567" y="225"/>
                  </a:cubicBezTo>
                  <a:cubicBezTo>
                    <a:pt x="834" y="459"/>
                    <a:pt x="1034" y="792"/>
                    <a:pt x="1135" y="1159"/>
                  </a:cubicBezTo>
                  <a:cubicBezTo>
                    <a:pt x="734" y="992"/>
                    <a:pt x="201" y="559"/>
                    <a:pt x="167" y="325"/>
                  </a:cubicBezTo>
                  <a:cubicBezTo>
                    <a:pt x="167" y="292"/>
                    <a:pt x="167" y="225"/>
                    <a:pt x="267" y="192"/>
                  </a:cubicBezTo>
                  <a:cubicBezTo>
                    <a:pt x="317" y="175"/>
                    <a:pt x="359" y="167"/>
                    <a:pt x="397" y="167"/>
                  </a:cubicBezTo>
                  <a:close/>
                  <a:moveTo>
                    <a:pt x="397" y="0"/>
                  </a:moveTo>
                  <a:cubicBezTo>
                    <a:pt x="334" y="0"/>
                    <a:pt x="267" y="8"/>
                    <a:pt x="201" y="25"/>
                  </a:cubicBezTo>
                  <a:cubicBezTo>
                    <a:pt x="67" y="58"/>
                    <a:pt x="0" y="192"/>
                    <a:pt x="0" y="325"/>
                  </a:cubicBezTo>
                  <a:cubicBezTo>
                    <a:pt x="34" y="592"/>
                    <a:pt x="367" y="892"/>
                    <a:pt x="701" y="1126"/>
                  </a:cubicBezTo>
                  <a:cubicBezTo>
                    <a:pt x="868" y="1226"/>
                    <a:pt x="1068" y="1293"/>
                    <a:pt x="1268" y="1359"/>
                  </a:cubicBezTo>
                  <a:cubicBezTo>
                    <a:pt x="1268" y="1359"/>
                    <a:pt x="1301" y="1359"/>
                    <a:pt x="1335" y="1326"/>
                  </a:cubicBezTo>
                  <a:cubicBezTo>
                    <a:pt x="1335" y="1326"/>
                    <a:pt x="1335" y="1293"/>
                    <a:pt x="1335" y="1259"/>
                  </a:cubicBezTo>
                  <a:cubicBezTo>
                    <a:pt x="1335" y="1226"/>
                    <a:pt x="1034" y="259"/>
                    <a:pt x="567" y="25"/>
                  </a:cubicBezTo>
                  <a:cubicBezTo>
                    <a:pt x="517" y="8"/>
                    <a:pt x="459" y="0"/>
                    <a:pt x="3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9"/>
            <p:cNvSpPr/>
            <p:nvPr/>
          </p:nvSpPr>
          <p:spPr>
            <a:xfrm>
              <a:off x="4651762" y="4430219"/>
              <a:ext cx="60461" cy="25478"/>
            </a:xfrm>
            <a:custGeom>
              <a:rect b="b" l="l" r="r" t="t"/>
              <a:pathLst>
                <a:path extrusionOk="0" h="914" w="2169">
                  <a:moveTo>
                    <a:pt x="367" y="179"/>
                  </a:moveTo>
                  <a:cubicBezTo>
                    <a:pt x="868" y="246"/>
                    <a:pt x="1368" y="413"/>
                    <a:pt x="1835" y="680"/>
                  </a:cubicBezTo>
                  <a:cubicBezTo>
                    <a:pt x="1547" y="717"/>
                    <a:pt x="1283" y="736"/>
                    <a:pt x="1055" y="736"/>
                  </a:cubicBezTo>
                  <a:cubicBezTo>
                    <a:pt x="674" y="736"/>
                    <a:pt x="392" y="684"/>
                    <a:pt x="267" y="580"/>
                  </a:cubicBezTo>
                  <a:cubicBezTo>
                    <a:pt x="201" y="513"/>
                    <a:pt x="167" y="413"/>
                    <a:pt x="167" y="313"/>
                  </a:cubicBezTo>
                  <a:cubicBezTo>
                    <a:pt x="167" y="279"/>
                    <a:pt x="201" y="246"/>
                    <a:pt x="234" y="213"/>
                  </a:cubicBezTo>
                  <a:cubicBezTo>
                    <a:pt x="267" y="179"/>
                    <a:pt x="334" y="179"/>
                    <a:pt x="367" y="179"/>
                  </a:cubicBezTo>
                  <a:close/>
                  <a:moveTo>
                    <a:pt x="381" y="0"/>
                  </a:moveTo>
                  <a:cubicBezTo>
                    <a:pt x="295" y="0"/>
                    <a:pt x="222" y="14"/>
                    <a:pt x="167" y="46"/>
                  </a:cubicBezTo>
                  <a:cubicBezTo>
                    <a:pt x="67" y="113"/>
                    <a:pt x="34" y="179"/>
                    <a:pt x="34" y="279"/>
                  </a:cubicBezTo>
                  <a:cubicBezTo>
                    <a:pt x="0" y="446"/>
                    <a:pt x="67" y="580"/>
                    <a:pt x="167" y="680"/>
                  </a:cubicBezTo>
                  <a:cubicBezTo>
                    <a:pt x="401" y="846"/>
                    <a:pt x="701" y="913"/>
                    <a:pt x="1001" y="913"/>
                  </a:cubicBezTo>
                  <a:cubicBezTo>
                    <a:pt x="1368" y="880"/>
                    <a:pt x="1735" y="846"/>
                    <a:pt x="2102" y="780"/>
                  </a:cubicBezTo>
                  <a:cubicBezTo>
                    <a:pt x="2135" y="746"/>
                    <a:pt x="2169" y="746"/>
                    <a:pt x="2169" y="713"/>
                  </a:cubicBezTo>
                  <a:cubicBezTo>
                    <a:pt x="2169" y="680"/>
                    <a:pt x="2169" y="613"/>
                    <a:pt x="2135" y="613"/>
                  </a:cubicBezTo>
                  <a:cubicBezTo>
                    <a:pt x="1991" y="555"/>
                    <a:pt x="927" y="0"/>
                    <a:pt x="3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9"/>
            <p:cNvSpPr/>
            <p:nvPr/>
          </p:nvSpPr>
          <p:spPr>
            <a:xfrm>
              <a:off x="4673142" y="4408225"/>
              <a:ext cx="38161" cy="43736"/>
            </a:xfrm>
            <a:custGeom>
              <a:rect b="b" l="l" r="r" t="t"/>
              <a:pathLst>
                <a:path extrusionOk="0" h="1569" w="1369">
                  <a:moveTo>
                    <a:pt x="468" y="168"/>
                  </a:moveTo>
                  <a:cubicBezTo>
                    <a:pt x="568" y="168"/>
                    <a:pt x="668" y="201"/>
                    <a:pt x="734" y="268"/>
                  </a:cubicBezTo>
                  <a:cubicBezTo>
                    <a:pt x="1001" y="568"/>
                    <a:pt x="1168" y="935"/>
                    <a:pt x="1201" y="1335"/>
                  </a:cubicBezTo>
                  <a:cubicBezTo>
                    <a:pt x="768" y="1102"/>
                    <a:pt x="201" y="501"/>
                    <a:pt x="267" y="268"/>
                  </a:cubicBezTo>
                  <a:cubicBezTo>
                    <a:pt x="267" y="234"/>
                    <a:pt x="267" y="168"/>
                    <a:pt x="401" y="168"/>
                  </a:cubicBezTo>
                  <a:close/>
                  <a:moveTo>
                    <a:pt x="401" y="1"/>
                  </a:moveTo>
                  <a:cubicBezTo>
                    <a:pt x="167" y="34"/>
                    <a:pt x="101" y="134"/>
                    <a:pt x="101" y="234"/>
                  </a:cubicBezTo>
                  <a:cubicBezTo>
                    <a:pt x="1" y="635"/>
                    <a:pt x="835" y="1402"/>
                    <a:pt x="1268" y="1569"/>
                  </a:cubicBezTo>
                  <a:lnTo>
                    <a:pt x="1335" y="1569"/>
                  </a:lnTo>
                  <a:cubicBezTo>
                    <a:pt x="1368" y="1535"/>
                    <a:pt x="1368" y="1502"/>
                    <a:pt x="1368" y="1502"/>
                  </a:cubicBezTo>
                  <a:cubicBezTo>
                    <a:pt x="1368" y="1435"/>
                    <a:pt x="1302" y="501"/>
                    <a:pt x="868" y="134"/>
                  </a:cubicBezTo>
                  <a:cubicBezTo>
                    <a:pt x="734" y="34"/>
                    <a:pt x="568" y="1"/>
                    <a:pt x="4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9"/>
            <p:cNvSpPr/>
            <p:nvPr/>
          </p:nvSpPr>
          <p:spPr>
            <a:xfrm>
              <a:off x="4634088" y="2235161"/>
              <a:ext cx="424035" cy="43708"/>
            </a:xfrm>
            <a:custGeom>
              <a:rect b="b" l="l" r="r" t="t"/>
              <a:pathLst>
                <a:path extrusionOk="0" h="1568" w="15212">
                  <a:moveTo>
                    <a:pt x="234" y="0"/>
                  </a:moveTo>
                  <a:cubicBezTo>
                    <a:pt x="101" y="0"/>
                    <a:pt x="1" y="100"/>
                    <a:pt x="1" y="167"/>
                  </a:cubicBezTo>
                  <a:lnTo>
                    <a:pt x="101" y="1434"/>
                  </a:lnTo>
                  <a:cubicBezTo>
                    <a:pt x="134" y="1501"/>
                    <a:pt x="234" y="1568"/>
                    <a:pt x="368" y="1568"/>
                  </a:cubicBezTo>
                  <a:lnTo>
                    <a:pt x="14945" y="1568"/>
                  </a:lnTo>
                  <a:cubicBezTo>
                    <a:pt x="15078" y="1568"/>
                    <a:pt x="15211" y="1468"/>
                    <a:pt x="15178" y="1368"/>
                  </a:cubicBezTo>
                  <a:lnTo>
                    <a:pt x="14811" y="134"/>
                  </a:lnTo>
                  <a:cubicBezTo>
                    <a:pt x="14744" y="33"/>
                    <a:pt x="14644" y="0"/>
                    <a:pt x="145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9"/>
            <p:cNvSpPr/>
            <p:nvPr/>
          </p:nvSpPr>
          <p:spPr>
            <a:xfrm>
              <a:off x="4984655" y="2231425"/>
              <a:ext cx="23276" cy="52098"/>
            </a:xfrm>
            <a:custGeom>
              <a:rect b="b" l="l" r="r" t="t"/>
              <a:pathLst>
                <a:path extrusionOk="0" h="1869" w="835">
                  <a:moveTo>
                    <a:pt x="134" y="1"/>
                  </a:moveTo>
                  <a:cubicBezTo>
                    <a:pt x="34" y="1"/>
                    <a:pt x="0" y="67"/>
                    <a:pt x="0" y="101"/>
                  </a:cubicBezTo>
                  <a:lnTo>
                    <a:pt x="167" y="1769"/>
                  </a:lnTo>
                  <a:cubicBezTo>
                    <a:pt x="167" y="1835"/>
                    <a:pt x="234" y="1869"/>
                    <a:pt x="334" y="1869"/>
                  </a:cubicBezTo>
                  <a:lnTo>
                    <a:pt x="701" y="1869"/>
                  </a:lnTo>
                  <a:cubicBezTo>
                    <a:pt x="767" y="1869"/>
                    <a:pt x="834" y="1835"/>
                    <a:pt x="834" y="1769"/>
                  </a:cubicBezTo>
                  <a:lnTo>
                    <a:pt x="667" y="101"/>
                  </a:lnTo>
                  <a:cubicBezTo>
                    <a:pt x="667" y="67"/>
                    <a:pt x="567" y="1"/>
                    <a:pt x="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9"/>
            <p:cNvSpPr/>
            <p:nvPr/>
          </p:nvSpPr>
          <p:spPr>
            <a:xfrm>
              <a:off x="4664780" y="2231425"/>
              <a:ext cx="24196" cy="52098"/>
            </a:xfrm>
            <a:custGeom>
              <a:rect b="b" l="l" r="r" t="t"/>
              <a:pathLst>
                <a:path extrusionOk="0" h="1869" w="868">
                  <a:moveTo>
                    <a:pt x="134" y="1"/>
                  </a:moveTo>
                  <a:cubicBezTo>
                    <a:pt x="34" y="1"/>
                    <a:pt x="0" y="67"/>
                    <a:pt x="0" y="101"/>
                  </a:cubicBezTo>
                  <a:lnTo>
                    <a:pt x="167" y="1769"/>
                  </a:lnTo>
                  <a:cubicBezTo>
                    <a:pt x="201" y="1835"/>
                    <a:pt x="267" y="1869"/>
                    <a:pt x="334" y="1869"/>
                  </a:cubicBezTo>
                  <a:lnTo>
                    <a:pt x="734" y="1869"/>
                  </a:lnTo>
                  <a:cubicBezTo>
                    <a:pt x="801" y="1869"/>
                    <a:pt x="868" y="1835"/>
                    <a:pt x="834" y="1769"/>
                  </a:cubicBezTo>
                  <a:lnTo>
                    <a:pt x="668" y="101"/>
                  </a:lnTo>
                  <a:cubicBezTo>
                    <a:pt x="668" y="67"/>
                    <a:pt x="601" y="1"/>
                    <a:pt x="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9"/>
            <p:cNvSpPr/>
            <p:nvPr/>
          </p:nvSpPr>
          <p:spPr>
            <a:xfrm>
              <a:off x="4823784" y="2231425"/>
              <a:ext cx="24196" cy="52098"/>
            </a:xfrm>
            <a:custGeom>
              <a:rect b="b" l="l" r="r" t="t"/>
              <a:pathLst>
                <a:path extrusionOk="0" h="1869" w="868">
                  <a:moveTo>
                    <a:pt x="134" y="1"/>
                  </a:moveTo>
                  <a:cubicBezTo>
                    <a:pt x="67" y="1"/>
                    <a:pt x="0" y="67"/>
                    <a:pt x="34" y="101"/>
                  </a:cubicBezTo>
                  <a:lnTo>
                    <a:pt x="201" y="1769"/>
                  </a:lnTo>
                  <a:cubicBezTo>
                    <a:pt x="201" y="1835"/>
                    <a:pt x="267" y="1869"/>
                    <a:pt x="334" y="1869"/>
                  </a:cubicBezTo>
                  <a:lnTo>
                    <a:pt x="734" y="1869"/>
                  </a:lnTo>
                  <a:cubicBezTo>
                    <a:pt x="801" y="1869"/>
                    <a:pt x="868" y="1835"/>
                    <a:pt x="868" y="1769"/>
                  </a:cubicBezTo>
                  <a:lnTo>
                    <a:pt x="668" y="101"/>
                  </a:lnTo>
                  <a:cubicBezTo>
                    <a:pt x="668" y="67"/>
                    <a:pt x="601" y="1"/>
                    <a:pt x="5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9"/>
            <p:cNvSpPr/>
            <p:nvPr/>
          </p:nvSpPr>
          <p:spPr>
            <a:xfrm>
              <a:off x="4807978" y="1322950"/>
              <a:ext cx="17701" cy="10732"/>
            </a:xfrm>
            <a:custGeom>
              <a:rect b="b" l="l" r="r" t="t"/>
              <a:pathLst>
                <a:path extrusionOk="0" h="385" w="635">
                  <a:moveTo>
                    <a:pt x="0" y="1"/>
                  </a:moveTo>
                  <a:cubicBezTo>
                    <a:pt x="0" y="1"/>
                    <a:pt x="150" y="385"/>
                    <a:pt x="415" y="385"/>
                  </a:cubicBezTo>
                  <a:cubicBezTo>
                    <a:pt x="481" y="385"/>
                    <a:pt x="554" y="361"/>
                    <a:pt x="634" y="30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9"/>
            <p:cNvSpPr/>
            <p:nvPr/>
          </p:nvSpPr>
          <p:spPr>
            <a:xfrm>
              <a:off x="4524369" y="1639118"/>
              <a:ext cx="753182" cy="2219519"/>
            </a:xfrm>
            <a:custGeom>
              <a:rect b="b" l="l" r="r" t="t"/>
              <a:pathLst>
                <a:path extrusionOk="0" h="79624" w="27020">
                  <a:moveTo>
                    <a:pt x="8673" y="0"/>
                  </a:moveTo>
                  <a:cubicBezTo>
                    <a:pt x="7005" y="134"/>
                    <a:pt x="3136" y="400"/>
                    <a:pt x="2269" y="1134"/>
                  </a:cubicBezTo>
                  <a:cubicBezTo>
                    <a:pt x="1435" y="1868"/>
                    <a:pt x="1135" y="16312"/>
                    <a:pt x="1835" y="21415"/>
                  </a:cubicBezTo>
                  <a:cubicBezTo>
                    <a:pt x="2536" y="26519"/>
                    <a:pt x="0" y="71151"/>
                    <a:pt x="1201" y="79624"/>
                  </a:cubicBezTo>
                  <a:cubicBezTo>
                    <a:pt x="6945" y="79204"/>
                    <a:pt x="9976" y="79119"/>
                    <a:pt x="11481" y="79119"/>
                  </a:cubicBezTo>
                  <a:cubicBezTo>
                    <a:pt x="12484" y="79119"/>
                    <a:pt x="12810" y="79157"/>
                    <a:pt x="12810" y="79157"/>
                  </a:cubicBezTo>
                  <a:lnTo>
                    <a:pt x="13177" y="76555"/>
                  </a:lnTo>
                  <a:lnTo>
                    <a:pt x="14211" y="79224"/>
                  </a:lnTo>
                  <a:cubicBezTo>
                    <a:pt x="14211" y="79224"/>
                    <a:pt x="19249" y="78777"/>
                    <a:pt x="23109" y="78777"/>
                  </a:cubicBezTo>
                  <a:cubicBezTo>
                    <a:pt x="24832" y="78777"/>
                    <a:pt x="26320" y="78866"/>
                    <a:pt x="27020" y="79123"/>
                  </a:cubicBezTo>
                  <a:cubicBezTo>
                    <a:pt x="26953" y="70784"/>
                    <a:pt x="23017" y="30055"/>
                    <a:pt x="19881" y="21716"/>
                  </a:cubicBezTo>
                  <a:cubicBezTo>
                    <a:pt x="20949" y="11275"/>
                    <a:pt x="22316" y="1568"/>
                    <a:pt x="21649" y="801"/>
                  </a:cubicBezTo>
                  <a:cubicBezTo>
                    <a:pt x="20949" y="34"/>
                    <a:pt x="15178" y="0"/>
                    <a:pt x="15178" y="0"/>
                  </a:cubicBezTo>
                  <a:cubicBezTo>
                    <a:pt x="14111" y="1134"/>
                    <a:pt x="12676" y="1835"/>
                    <a:pt x="11142" y="1935"/>
                  </a:cubicBezTo>
                  <a:cubicBezTo>
                    <a:pt x="11102" y="1936"/>
                    <a:pt x="11063" y="1936"/>
                    <a:pt x="11024" y="1936"/>
                  </a:cubicBezTo>
                  <a:cubicBezTo>
                    <a:pt x="8706" y="1936"/>
                    <a:pt x="8673" y="0"/>
                    <a:pt x="86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9"/>
            <p:cNvSpPr/>
            <p:nvPr/>
          </p:nvSpPr>
          <p:spPr>
            <a:xfrm>
              <a:off x="4524369" y="1639118"/>
              <a:ext cx="753182" cy="2219519"/>
            </a:xfrm>
            <a:custGeom>
              <a:rect b="b" l="l" r="r" t="t"/>
              <a:pathLst>
                <a:path extrusionOk="0" h="79624" w="27020">
                  <a:moveTo>
                    <a:pt x="8673" y="0"/>
                  </a:moveTo>
                  <a:cubicBezTo>
                    <a:pt x="7005" y="134"/>
                    <a:pt x="3136" y="400"/>
                    <a:pt x="2269" y="1134"/>
                  </a:cubicBezTo>
                  <a:cubicBezTo>
                    <a:pt x="1435" y="1868"/>
                    <a:pt x="1135" y="16312"/>
                    <a:pt x="1835" y="21415"/>
                  </a:cubicBezTo>
                  <a:cubicBezTo>
                    <a:pt x="2536" y="26519"/>
                    <a:pt x="0" y="71151"/>
                    <a:pt x="1201" y="79624"/>
                  </a:cubicBezTo>
                  <a:cubicBezTo>
                    <a:pt x="6945" y="79204"/>
                    <a:pt x="9976" y="79119"/>
                    <a:pt x="11481" y="79119"/>
                  </a:cubicBezTo>
                  <a:cubicBezTo>
                    <a:pt x="12484" y="79119"/>
                    <a:pt x="12810" y="79157"/>
                    <a:pt x="12810" y="79157"/>
                  </a:cubicBezTo>
                  <a:lnTo>
                    <a:pt x="13177" y="76555"/>
                  </a:lnTo>
                  <a:lnTo>
                    <a:pt x="14211" y="79224"/>
                  </a:lnTo>
                  <a:cubicBezTo>
                    <a:pt x="14211" y="79224"/>
                    <a:pt x="19249" y="78777"/>
                    <a:pt x="23109" y="78777"/>
                  </a:cubicBezTo>
                  <a:cubicBezTo>
                    <a:pt x="24832" y="78777"/>
                    <a:pt x="26320" y="78866"/>
                    <a:pt x="27020" y="79123"/>
                  </a:cubicBezTo>
                  <a:cubicBezTo>
                    <a:pt x="26953" y="70784"/>
                    <a:pt x="23017" y="30055"/>
                    <a:pt x="19881" y="21716"/>
                  </a:cubicBezTo>
                  <a:cubicBezTo>
                    <a:pt x="20949" y="11275"/>
                    <a:pt x="22316" y="1568"/>
                    <a:pt x="21649" y="801"/>
                  </a:cubicBezTo>
                  <a:cubicBezTo>
                    <a:pt x="20949" y="34"/>
                    <a:pt x="15178" y="0"/>
                    <a:pt x="15178" y="0"/>
                  </a:cubicBezTo>
                  <a:cubicBezTo>
                    <a:pt x="14111" y="1134"/>
                    <a:pt x="12676" y="1835"/>
                    <a:pt x="11142" y="1935"/>
                  </a:cubicBezTo>
                  <a:cubicBezTo>
                    <a:pt x="11102" y="1936"/>
                    <a:pt x="11063" y="1936"/>
                    <a:pt x="11024" y="1936"/>
                  </a:cubicBezTo>
                  <a:cubicBezTo>
                    <a:pt x="8706" y="1936"/>
                    <a:pt x="8673" y="0"/>
                    <a:pt x="86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9"/>
            <p:cNvSpPr/>
            <p:nvPr/>
          </p:nvSpPr>
          <p:spPr>
            <a:xfrm>
              <a:off x="4900972" y="2184928"/>
              <a:ext cx="181327" cy="65283"/>
            </a:xfrm>
            <a:custGeom>
              <a:rect b="b" l="l" r="r" t="t"/>
              <a:pathLst>
                <a:path extrusionOk="0" h="2342" w="6505">
                  <a:moveTo>
                    <a:pt x="0" y="1"/>
                  </a:moveTo>
                  <a:cubicBezTo>
                    <a:pt x="33" y="701"/>
                    <a:pt x="134" y="1402"/>
                    <a:pt x="334" y="2069"/>
                  </a:cubicBezTo>
                  <a:cubicBezTo>
                    <a:pt x="941" y="2272"/>
                    <a:pt x="2260" y="2342"/>
                    <a:pt x="3584" y="2342"/>
                  </a:cubicBezTo>
                  <a:cubicBezTo>
                    <a:pt x="4658" y="2342"/>
                    <a:pt x="5736" y="2296"/>
                    <a:pt x="6438" y="2236"/>
                  </a:cubicBezTo>
                  <a:lnTo>
                    <a:pt x="6405" y="2136"/>
                  </a:lnTo>
                  <a:lnTo>
                    <a:pt x="6505" y="113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9"/>
            <p:cNvSpPr/>
            <p:nvPr/>
          </p:nvSpPr>
          <p:spPr>
            <a:xfrm>
              <a:off x="5065551" y="1832521"/>
              <a:ext cx="54886" cy="204603"/>
            </a:xfrm>
            <a:custGeom>
              <a:rect b="b" l="l" r="r" t="t"/>
              <a:pathLst>
                <a:path extrusionOk="0" h="7340" w="1969">
                  <a:moveTo>
                    <a:pt x="0" y="0"/>
                  </a:moveTo>
                  <a:cubicBezTo>
                    <a:pt x="0" y="1935"/>
                    <a:pt x="367" y="5204"/>
                    <a:pt x="1301" y="7339"/>
                  </a:cubicBezTo>
                  <a:cubicBezTo>
                    <a:pt x="1535" y="5104"/>
                    <a:pt x="1768" y="3003"/>
                    <a:pt x="1968" y="116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9"/>
            <p:cNvSpPr/>
            <p:nvPr/>
          </p:nvSpPr>
          <p:spPr>
            <a:xfrm>
              <a:off x="4809846" y="1689546"/>
              <a:ext cx="85548" cy="2086360"/>
            </a:xfrm>
            <a:custGeom>
              <a:rect b="b" l="l" r="r" t="t"/>
              <a:pathLst>
                <a:path extrusionOk="0" h="74847" w="3069">
                  <a:moveTo>
                    <a:pt x="517" y="1"/>
                  </a:moveTo>
                  <a:cubicBezTo>
                    <a:pt x="459" y="1"/>
                    <a:pt x="400" y="42"/>
                    <a:pt x="400" y="126"/>
                  </a:cubicBezTo>
                  <a:cubicBezTo>
                    <a:pt x="400" y="193"/>
                    <a:pt x="134" y="6731"/>
                    <a:pt x="67" y="20707"/>
                  </a:cubicBezTo>
                  <a:cubicBezTo>
                    <a:pt x="0" y="43724"/>
                    <a:pt x="2802" y="74446"/>
                    <a:pt x="2835" y="74746"/>
                  </a:cubicBezTo>
                  <a:cubicBezTo>
                    <a:pt x="2835" y="74813"/>
                    <a:pt x="2902" y="74846"/>
                    <a:pt x="2936" y="74846"/>
                  </a:cubicBezTo>
                  <a:lnTo>
                    <a:pt x="2969" y="74846"/>
                  </a:lnTo>
                  <a:cubicBezTo>
                    <a:pt x="3036" y="74846"/>
                    <a:pt x="3069" y="74779"/>
                    <a:pt x="3069" y="74713"/>
                  </a:cubicBezTo>
                  <a:cubicBezTo>
                    <a:pt x="3036" y="74412"/>
                    <a:pt x="234" y="43724"/>
                    <a:pt x="300" y="20707"/>
                  </a:cubicBezTo>
                  <a:cubicBezTo>
                    <a:pt x="367" y="6731"/>
                    <a:pt x="634" y="193"/>
                    <a:pt x="634" y="126"/>
                  </a:cubicBezTo>
                  <a:cubicBezTo>
                    <a:pt x="634" y="42"/>
                    <a:pt x="576" y="1"/>
                    <a:pt x="5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9"/>
            <p:cNvSpPr/>
            <p:nvPr/>
          </p:nvSpPr>
          <p:spPr>
            <a:xfrm>
              <a:off x="4959372" y="2231537"/>
              <a:ext cx="132239" cy="141243"/>
            </a:xfrm>
            <a:custGeom>
              <a:rect b="b" l="l" r="r" t="t"/>
              <a:pathLst>
                <a:path extrusionOk="0" h="5067" w="4744">
                  <a:moveTo>
                    <a:pt x="142" y="0"/>
                  </a:moveTo>
                  <a:cubicBezTo>
                    <a:pt x="67" y="0"/>
                    <a:pt x="0" y="64"/>
                    <a:pt x="40" y="163"/>
                  </a:cubicBezTo>
                  <a:cubicBezTo>
                    <a:pt x="874" y="2298"/>
                    <a:pt x="2475" y="4033"/>
                    <a:pt x="4543" y="5067"/>
                  </a:cubicBezTo>
                  <a:lnTo>
                    <a:pt x="4610" y="5067"/>
                  </a:lnTo>
                  <a:cubicBezTo>
                    <a:pt x="4643" y="5067"/>
                    <a:pt x="4677" y="5034"/>
                    <a:pt x="4710" y="5000"/>
                  </a:cubicBezTo>
                  <a:cubicBezTo>
                    <a:pt x="4743" y="4934"/>
                    <a:pt x="4710" y="4867"/>
                    <a:pt x="4643" y="4833"/>
                  </a:cubicBezTo>
                  <a:cubicBezTo>
                    <a:pt x="2642" y="3833"/>
                    <a:pt x="1107" y="2165"/>
                    <a:pt x="273" y="97"/>
                  </a:cubicBezTo>
                  <a:cubicBezTo>
                    <a:pt x="247" y="29"/>
                    <a:pt x="192" y="0"/>
                    <a:pt x="1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9"/>
            <p:cNvSpPr/>
            <p:nvPr/>
          </p:nvSpPr>
          <p:spPr>
            <a:xfrm>
              <a:off x="4513218" y="1905054"/>
              <a:ext cx="349553" cy="396187"/>
            </a:xfrm>
            <a:custGeom>
              <a:rect b="b" l="l" r="r" t="t"/>
              <a:pathLst>
                <a:path extrusionOk="0" h="14213" w="12540">
                  <a:moveTo>
                    <a:pt x="734" y="0"/>
                  </a:moveTo>
                  <a:cubicBezTo>
                    <a:pt x="334" y="0"/>
                    <a:pt x="0" y="367"/>
                    <a:pt x="67" y="768"/>
                  </a:cubicBezTo>
                  <a:lnTo>
                    <a:pt x="1735" y="13443"/>
                  </a:lnTo>
                  <a:cubicBezTo>
                    <a:pt x="1801" y="13877"/>
                    <a:pt x="2135" y="14210"/>
                    <a:pt x="2602" y="14210"/>
                  </a:cubicBezTo>
                  <a:lnTo>
                    <a:pt x="11809" y="14210"/>
                  </a:lnTo>
                  <a:cubicBezTo>
                    <a:pt x="11826" y="14212"/>
                    <a:pt x="11842" y="14212"/>
                    <a:pt x="11859" y="14212"/>
                  </a:cubicBezTo>
                  <a:cubicBezTo>
                    <a:pt x="12265" y="14212"/>
                    <a:pt x="12540" y="13828"/>
                    <a:pt x="12476" y="13443"/>
                  </a:cubicBezTo>
                  <a:lnTo>
                    <a:pt x="10841" y="768"/>
                  </a:lnTo>
                  <a:cubicBezTo>
                    <a:pt x="10775" y="334"/>
                    <a:pt x="10408" y="34"/>
                    <a:pt x="99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9"/>
            <p:cNvSpPr/>
            <p:nvPr/>
          </p:nvSpPr>
          <p:spPr>
            <a:xfrm>
              <a:off x="4843297" y="2037102"/>
              <a:ext cx="88364" cy="118775"/>
            </a:xfrm>
            <a:custGeom>
              <a:rect b="b" l="l" r="r" t="t"/>
              <a:pathLst>
                <a:path extrusionOk="0" h="4261" w="3170">
                  <a:moveTo>
                    <a:pt x="201" y="0"/>
                  </a:moveTo>
                  <a:lnTo>
                    <a:pt x="1" y="3569"/>
                  </a:lnTo>
                  <a:cubicBezTo>
                    <a:pt x="1" y="3569"/>
                    <a:pt x="1126" y="4260"/>
                    <a:pt x="2222" y="4260"/>
                  </a:cubicBezTo>
                  <a:cubicBezTo>
                    <a:pt x="2551" y="4260"/>
                    <a:pt x="2877" y="4198"/>
                    <a:pt x="3170" y="4036"/>
                  </a:cubicBezTo>
                  <a:lnTo>
                    <a:pt x="2936" y="2602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9"/>
            <p:cNvSpPr/>
            <p:nvPr/>
          </p:nvSpPr>
          <p:spPr>
            <a:xfrm>
              <a:off x="4594114" y="2238868"/>
              <a:ext cx="72559" cy="133912"/>
            </a:xfrm>
            <a:custGeom>
              <a:rect b="b" l="l" r="r" t="t"/>
              <a:pathLst>
                <a:path extrusionOk="0" h="4804" w="2603">
                  <a:moveTo>
                    <a:pt x="2502" y="1"/>
                  </a:moveTo>
                  <a:cubicBezTo>
                    <a:pt x="2435" y="1"/>
                    <a:pt x="2369" y="34"/>
                    <a:pt x="2369" y="101"/>
                  </a:cubicBezTo>
                  <a:cubicBezTo>
                    <a:pt x="2035" y="1802"/>
                    <a:pt x="1234" y="3370"/>
                    <a:pt x="34" y="4604"/>
                  </a:cubicBezTo>
                  <a:cubicBezTo>
                    <a:pt x="0" y="4637"/>
                    <a:pt x="0" y="4704"/>
                    <a:pt x="34" y="4771"/>
                  </a:cubicBezTo>
                  <a:cubicBezTo>
                    <a:pt x="67" y="4771"/>
                    <a:pt x="100" y="4804"/>
                    <a:pt x="134" y="4804"/>
                  </a:cubicBezTo>
                  <a:cubicBezTo>
                    <a:pt x="167" y="4804"/>
                    <a:pt x="200" y="4771"/>
                    <a:pt x="234" y="4771"/>
                  </a:cubicBezTo>
                  <a:cubicBezTo>
                    <a:pt x="2335" y="2469"/>
                    <a:pt x="2602" y="234"/>
                    <a:pt x="2602" y="134"/>
                  </a:cubicBezTo>
                  <a:cubicBezTo>
                    <a:pt x="2602" y="67"/>
                    <a:pt x="2569" y="1"/>
                    <a:pt x="25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9"/>
            <p:cNvSpPr/>
            <p:nvPr/>
          </p:nvSpPr>
          <p:spPr>
            <a:xfrm>
              <a:off x="4767056" y="2029659"/>
              <a:ext cx="90231" cy="114399"/>
            </a:xfrm>
            <a:custGeom>
              <a:rect b="b" l="l" r="r" t="t"/>
              <a:pathLst>
                <a:path extrusionOk="0" h="4104" w="3237">
                  <a:moveTo>
                    <a:pt x="34" y="0"/>
                  </a:moveTo>
                  <a:lnTo>
                    <a:pt x="1" y="2969"/>
                  </a:lnTo>
                  <a:lnTo>
                    <a:pt x="3236" y="4103"/>
                  </a:lnTo>
                  <a:lnTo>
                    <a:pt x="3236" y="4103"/>
                  </a:lnTo>
                  <a:lnTo>
                    <a:pt x="2936" y="267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9"/>
            <p:cNvSpPr/>
            <p:nvPr/>
          </p:nvSpPr>
          <p:spPr>
            <a:xfrm>
              <a:off x="4881431" y="1664207"/>
              <a:ext cx="390557" cy="570378"/>
            </a:xfrm>
            <a:custGeom>
              <a:rect b="b" l="l" r="r" t="t"/>
              <a:pathLst>
                <a:path extrusionOk="0" h="20462" w="14011">
                  <a:moveTo>
                    <a:pt x="8907" y="1"/>
                  </a:moveTo>
                  <a:lnTo>
                    <a:pt x="4370" y="3170"/>
                  </a:lnTo>
                  <a:cubicBezTo>
                    <a:pt x="4404" y="3203"/>
                    <a:pt x="4504" y="3337"/>
                    <a:pt x="4571" y="3403"/>
                  </a:cubicBezTo>
                  <a:lnTo>
                    <a:pt x="4771" y="3703"/>
                  </a:lnTo>
                  <a:cubicBezTo>
                    <a:pt x="4937" y="3937"/>
                    <a:pt x="5071" y="4137"/>
                    <a:pt x="5204" y="4371"/>
                  </a:cubicBezTo>
                  <a:cubicBezTo>
                    <a:pt x="5471" y="4771"/>
                    <a:pt x="5738" y="5238"/>
                    <a:pt x="6005" y="5672"/>
                  </a:cubicBezTo>
                  <a:cubicBezTo>
                    <a:pt x="6505" y="6606"/>
                    <a:pt x="6972" y="7540"/>
                    <a:pt x="7373" y="8507"/>
                  </a:cubicBezTo>
                  <a:cubicBezTo>
                    <a:pt x="8173" y="10408"/>
                    <a:pt x="8740" y="12410"/>
                    <a:pt x="9040" y="14478"/>
                  </a:cubicBezTo>
                  <a:cubicBezTo>
                    <a:pt x="9040" y="14711"/>
                    <a:pt x="9074" y="14945"/>
                    <a:pt x="9107" y="15212"/>
                  </a:cubicBezTo>
                  <a:lnTo>
                    <a:pt x="9140" y="15479"/>
                  </a:lnTo>
                  <a:lnTo>
                    <a:pt x="9074" y="15479"/>
                  </a:lnTo>
                  <a:cubicBezTo>
                    <a:pt x="8673" y="15479"/>
                    <a:pt x="8307" y="15479"/>
                    <a:pt x="7906" y="15412"/>
                  </a:cubicBezTo>
                  <a:cubicBezTo>
                    <a:pt x="6972" y="15245"/>
                    <a:pt x="6005" y="15012"/>
                    <a:pt x="5104" y="14678"/>
                  </a:cubicBezTo>
                  <a:cubicBezTo>
                    <a:pt x="4637" y="14478"/>
                    <a:pt x="4137" y="14278"/>
                    <a:pt x="3670" y="14078"/>
                  </a:cubicBezTo>
                  <a:lnTo>
                    <a:pt x="2969" y="13744"/>
                  </a:lnTo>
                  <a:cubicBezTo>
                    <a:pt x="2736" y="13644"/>
                    <a:pt x="2502" y="13510"/>
                    <a:pt x="2302" y="13410"/>
                  </a:cubicBezTo>
                  <a:lnTo>
                    <a:pt x="1" y="18781"/>
                  </a:lnTo>
                  <a:cubicBezTo>
                    <a:pt x="368" y="18914"/>
                    <a:pt x="634" y="18981"/>
                    <a:pt x="935" y="19048"/>
                  </a:cubicBezTo>
                  <a:lnTo>
                    <a:pt x="1835" y="19315"/>
                  </a:lnTo>
                  <a:cubicBezTo>
                    <a:pt x="2402" y="19481"/>
                    <a:pt x="3003" y="19648"/>
                    <a:pt x="3603" y="19782"/>
                  </a:cubicBezTo>
                  <a:cubicBezTo>
                    <a:pt x="4871" y="20082"/>
                    <a:pt x="6138" y="20315"/>
                    <a:pt x="7406" y="20415"/>
                  </a:cubicBezTo>
                  <a:cubicBezTo>
                    <a:pt x="7751" y="20445"/>
                    <a:pt x="8089" y="20462"/>
                    <a:pt x="8426" y="20462"/>
                  </a:cubicBezTo>
                  <a:cubicBezTo>
                    <a:pt x="8840" y="20462"/>
                    <a:pt x="9252" y="20437"/>
                    <a:pt x="9674" y="20382"/>
                  </a:cubicBezTo>
                  <a:cubicBezTo>
                    <a:pt x="10108" y="20315"/>
                    <a:pt x="10575" y="20215"/>
                    <a:pt x="11008" y="20048"/>
                  </a:cubicBezTo>
                  <a:cubicBezTo>
                    <a:pt x="11542" y="19848"/>
                    <a:pt x="12076" y="19581"/>
                    <a:pt x="12510" y="19181"/>
                  </a:cubicBezTo>
                  <a:cubicBezTo>
                    <a:pt x="13010" y="18748"/>
                    <a:pt x="13410" y="18214"/>
                    <a:pt x="13677" y="17580"/>
                  </a:cubicBezTo>
                  <a:cubicBezTo>
                    <a:pt x="13877" y="17046"/>
                    <a:pt x="14011" y="16479"/>
                    <a:pt x="14011" y="15912"/>
                  </a:cubicBezTo>
                  <a:cubicBezTo>
                    <a:pt x="14011" y="15679"/>
                    <a:pt x="14011" y="15445"/>
                    <a:pt x="13977" y="15212"/>
                  </a:cubicBezTo>
                  <a:lnTo>
                    <a:pt x="13944" y="14745"/>
                  </a:lnTo>
                  <a:cubicBezTo>
                    <a:pt x="13911" y="14444"/>
                    <a:pt x="13877" y="14144"/>
                    <a:pt x="13844" y="13844"/>
                  </a:cubicBezTo>
                  <a:cubicBezTo>
                    <a:pt x="13510" y="11409"/>
                    <a:pt x="12910" y="9007"/>
                    <a:pt x="12076" y="6706"/>
                  </a:cubicBezTo>
                  <a:cubicBezTo>
                    <a:pt x="11642" y="5571"/>
                    <a:pt x="11175" y="4437"/>
                    <a:pt x="10675" y="3337"/>
                  </a:cubicBezTo>
                  <a:cubicBezTo>
                    <a:pt x="10408" y="2769"/>
                    <a:pt x="10141" y="2236"/>
                    <a:pt x="9841" y="1702"/>
                  </a:cubicBezTo>
                  <a:lnTo>
                    <a:pt x="9407" y="868"/>
                  </a:lnTo>
                  <a:lnTo>
                    <a:pt x="9174" y="434"/>
                  </a:lnTo>
                  <a:cubicBezTo>
                    <a:pt x="9074" y="301"/>
                    <a:pt x="9007" y="168"/>
                    <a:pt x="89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9"/>
            <p:cNvSpPr/>
            <p:nvPr/>
          </p:nvSpPr>
          <p:spPr>
            <a:xfrm>
              <a:off x="4881431" y="1664207"/>
              <a:ext cx="390557" cy="570378"/>
            </a:xfrm>
            <a:custGeom>
              <a:rect b="b" l="l" r="r" t="t"/>
              <a:pathLst>
                <a:path extrusionOk="0" h="20462" w="14011">
                  <a:moveTo>
                    <a:pt x="8907" y="1"/>
                  </a:moveTo>
                  <a:lnTo>
                    <a:pt x="4370" y="3170"/>
                  </a:lnTo>
                  <a:cubicBezTo>
                    <a:pt x="4404" y="3203"/>
                    <a:pt x="4504" y="3337"/>
                    <a:pt x="4571" y="3403"/>
                  </a:cubicBezTo>
                  <a:lnTo>
                    <a:pt x="4771" y="3703"/>
                  </a:lnTo>
                  <a:cubicBezTo>
                    <a:pt x="4937" y="3937"/>
                    <a:pt x="5071" y="4137"/>
                    <a:pt x="5204" y="4371"/>
                  </a:cubicBezTo>
                  <a:cubicBezTo>
                    <a:pt x="5471" y="4771"/>
                    <a:pt x="5738" y="5238"/>
                    <a:pt x="6005" y="5672"/>
                  </a:cubicBezTo>
                  <a:cubicBezTo>
                    <a:pt x="6505" y="6606"/>
                    <a:pt x="6972" y="7540"/>
                    <a:pt x="7373" y="8507"/>
                  </a:cubicBezTo>
                  <a:cubicBezTo>
                    <a:pt x="8173" y="10408"/>
                    <a:pt x="8740" y="12410"/>
                    <a:pt x="9040" y="14478"/>
                  </a:cubicBezTo>
                  <a:cubicBezTo>
                    <a:pt x="9040" y="14711"/>
                    <a:pt x="9074" y="14945"/>
                    <a:pt x="9107" y="15212"/>
                  </a:cubicBezTo>
                  <a:lnTo>
                    <a:pt x="9140" y="15479"/>
                  </a:lnTo>
                  <a:lnTo>
                    <a:pt x="9074" y="15479"/>
                  </a:lnTo>
                  <a:cubicBezTo>
                    <a:pt x="8673" y="15479"/>
                    <a:pt x="8307" y="15479"/>
                    <a:pt x="7906" y="15412"/>
                  </a:cubicBezTo>
                  <a:cubicBezTo>
                    <a:pt x="6972" y="15245"/>
                    <a:pt x="6005" y="15012"/>
                    <a:pt x="5104" y="14678"/>
                  </a:cubicBezTo>
                  <a:cubicBezTo>
                    <a:pt x="4637" y="14478"/>
                    <a:pt x="4137" y="14278"/>
                    <a:pt x="3670" y="14078"/>
                  </a:cubicBezTo>
                  <a:lnTo>
                    <a:pt x="2969" y="13744"/>
                  </a:lnTo>
                  <a:cubicBezTo>
                    <a:pt x="2736" y="13644"/>
                    <a:pt x="2502" y="13510"/>
                    <a:pt x="2302" y="13410"/>
                  </a:cubicBezTo>
                  <a:lnTo>
                    <a:pt x="1" y="18781"/>
                  </a:lnTo>
                  <a:cubicBezTo>
                    <a:pt x="368" y="18914"/>
                    <a:pt x="634" y="18981"/>
                    <a:pt x="935" y="19048"/>
                  </a:cubicBezTo>
                  <a:lnTo>
                    <a:pt x="1835" y="19315"/>
                  </a:lnTo>
                  <a:cubicBezTo>
                    <a:pt x="2402" y="19481"/>
                    <a:pt x="3003" y="19648"/>
                    <a:pt x="3603" y="19782"/>
                  </a:cubicBezTo>
                  <a:cubicBezTo>
                    <a:pt x="4871" y="20082"/>
                    <a:pt x="6138" y="20315"/>
                    <a:pt x="7406" y="20415"/>
                  </a:cubicBezTo>
                  <a:cubicBezTo>
                    <a:pt x="7751" y="20445"/>
                    <a:pt x="8089" y="20462"/>
                    <a:pt x="8426" y="20462"/>
                  </a:cubicBezTo>
                  <a:cubicBezTo>
                    <a:pt x="8840" y="20462"/>
                    <a:pt x="9252" y="20437"/>
                    <a:pt x="9674" y="20382"/>
                  </a:cubicBezTo>
                  <a:cubicBezTo>
                    <a:pt x="10108" y="20315"/>
                    <a:pt x="10575" y="20215"/>
                    <a:pt x="11008" y="20048"/>
                  </a:cubicBezTo>
                  <a:cubicBezTo>
                    <a:pt x="11542" y="19848"/>
                    <a:pt x="12076" y="19581"/>
                    <a:pt x="12510" y="19181"/>
                  </a:cubicBezTo>
                  <a:cubicBezTo>
                    <a:pt x="13010" y="18748"/>
                    <a:pt x="13410" y="18214"/>
                    <a:pt x="13677" y="17580"/>
                  </a:cubicBezTo>
                  <a:cubicBezTo>
                    <a:pt x="13877" y="17046"/>
                    <a:pt x="14011" y="16479"/>
                    <a:pt x="14011" y="15912"/>
                  </a:cubicBezTo>
                  <a:cubicBezTo>
                    <a:pt x="14011" y="15679"/>
                    <a:pt x="14011" y="15445"/>
                    <a:pt x="13977" y="15212"/>
                  </a:cubicBezTo>
                  <a:lnTo>
                    <a:pt x="13944" y="14745"/>
                  </a:lnTo>
                  <a:cubicBezTo>
                    <a:pt x="13911" y="14444"/>
                    <a:pt x="13877" y="14144"/>
                    <a:pt x="13844" y="13844"/>
                  </a:cubicBezTo>
                  <a:cubicBezTo>
                    <a:pt x="13510" y="11409"/>
                    <a:pt x="12910" y="9007"/>
                    <a:pt x="12076" y="6706"/>
                  </a:cubicBezTo>
                  <a:cubicBezTo>
                    <a:pt x="11642" y="5571"/>
                    <a:pt x="11175" y="4437"/>
                    <a:pt x="10675" y="3337"/>
                  </a:cubicBezTo>
                  <a:cubicBezTo>
                    <a:pt x="10408" y="2769"/>
                    <a:pt x="10141" y="2236"/>
                    <a:pt x="9841" y="1702"/>
                  </a:cubicBezTo>
                  <a:lnTo>
                    <a:pt x="9407" y="868"/>
                  </a:lnTo>
                  <a:lnTo>
                    <a:pt x="9174" y="434"/>
                  </a:lnTo>
                  <a:cubicBezTo>
                    <a:pt x="9074" y="301"/>
                    <a:pt x="9007" y="168"/>
                    <a:pt x="89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9"/>
            <p:cNvSpPr/>
            <p:nvPr/>
          </p:nvSpPr>
          <p:spPr>
            <a:xfrm>
              <a:off x="4832146" y="1630728"/>
              <a:ext cx="155319" cy="163682"/>
            </a:xfrm>
            <a:custGeom>
              <a:rect b="b" l="l" r="r" t="t"/>
              <a:pathLst>
                <a:path extrusionOk="0" h="5872" w="5572">
                  <a:moveTo>
                    <a:pt x="3903" y="1"/>
                  </a:moveTo>
                  <a:cubicBezTo>
                    <a:pt x="2736" y="935"/>
                    <a:pt x="1435" y="1702"/>
                    <a:pt x="1" y="2236"/>
                  </a:cubicBezTo>
                  <a:cubicBezTo>
                    <a:pt x="1035" y="3170"/>
                    <a:pt x="1068" y="5872"/>
                    <a:pt x="1068" y="5872"/>
                  </a:cubicBezTo>
                  <a:cubicBezTo>
                    <a:pt x="1068" y="5872"/>
                    <a:pt x="5571" y="2569"/>
                    <a:pt x="5405" y="268"/>
                  </a:cubicBezTo>
                  <a:cubicBezTo>
                    <a:pt x="4938" y="101"/>
                    <a:pt x="4437" y="1"/>
                    <a:pt x="39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9"/>
            <p:cNvSpPr/>
            <p:nvPr/>
          </p:nvSpPr>
          <p:spPr>
            <a:xfrm>
              <a:off x="4697311" y="1635690"/>
              <a:ext cx="115347" cy="142915"/>
            </a:xfrm>
            <a:custGeom>
              <a:rect b="b" l="l" r="r" t="t"/>
              <a:pathLst>
                <a:path extrusionOk="0" h="5127" w="4138">
                  <a:moveTo>
                    <a:pt x="2069" y="0"/>
                  </a:moveTo>
                  <a:cubicBezTo>
                    <a:pt x="1770" y="0"/>
                    <a:pt x="1473" y="52"/>
                    <a:pt x="1202" y="157"/>
                  </a:cubicBezTo>
                  <a:cubicBezTo>
                    <a:pt x="1" y="2391"/>
                    <a:pt x="2603" y="5127"/>
                    <a:pt x="2603" y="5127"/>
                  </a:cubicBezTo>
                  <a:cubicBezTo>
                    <a:pt x="2603" y="5127"/>
                    <a:pt x="3103" y="2925"/>
                    <a:pt x="4137" y="1991"/>
                  </a:cubicBezTo>
                  <a:cubicBezTo>
                    <a:pt x="3337" y="1658"/>
                    <a:pt x="2736" y="924"/>
                    <a:pt x="2603" y="56"/>
                  </a:cubicBezTo>
                  <a:cubicBezTo>
                    <a:pt x="2428" y="19"/>
                    <a:pt x="2248" y="0"/>
                    <a:pt x="20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9"/>
            <p:cNvSpPr/>
            <p:nvPr/>
          </p:nvSpPr>
          <p:spPr>
            <a:xfrm>
              <a:off x="4714064" y="1165869"/>
              <a:ext cx="190637" cy="198944"/>
            </a:xfrm>
            <a:custGeom>
              <a:rect b="b" l="l" r="r" t="t"/>
              <a:pathLst>
                <a:path extrusionOk="0" h="7137" w="6839">
                  <a:moveTo>
                    <a:pt x="3217" y="1"/>
                  </a:moveTo>
                  <a:cubicBezTo>
                    <a:pt x="2566" y="1"/>
                    <a:pt x="1810" y="486"/>
                    <a:pt x="934" y="1700"/>
                  </a:cubicBezTo>
                  <a:cubicBezTo>
                    <a:pt x="0" y="3034"/>
                    <a:pt x="5104" y="6636"/>
                    <a:pt x="6839" y="7137"/>
                  </a:cubicBezTo>
                  <a:cubicBezTo>
                    <a:pt x="6402" y="5417"/>
                    <a:pt x="5393" y="1"/>
                    <a:pt x="32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9"/>
            <p:cNvSpPr/>
            <p:nvPr/>
          </p:nvSpPr>
          <p:spPr>
            <a:xfrm>
              <a:off x="4765189" y="1267087"/>
              <a:ext cx="117186" cy="139570"/>
            </a:xfrm>
            <a:custGeom>
              <a:rect b="b" l="l" r="r" t="t"/>
              <a:pathLst>
                <a:path extrusionOk="0" h="5007" w="4204">
                  <a:moveTo>
                    <a:pt x="2369" y="203"/>
                  </a:moveTo>
                  <a:cubicBezTo>
                    <a:pt x="2436" y="203"/>
                    <a:pt x="2503" y="203"/>
                    <a:pt x="2603" y="237"/>
                  </a:cubicBezTo>
                  <a:cubicBezTo>
                    <a:pt x="3470" y="404"/>
                    <a:pt x="3970" y="1604"/>
                    <a:pt x="3704" y="2839"/>
                  </a:cubicBezTo>
                  <a:cubicBezTo>
                    <a:pt x="3463" y="3984"/>
                    <a:pt x="2677" y="4802"/>
                    <a:pt x="1888" y="4802"/>
                  </a:cubicBezTo>
                  <a:cubicBezTo>
                    <a:pt x="1804" y="4802"/>
                    <a:pt x="1719" y="4793"/>
                    <a:pt x="1635" y="4773"/>
                  </a:cubicBezTo>
                  <a:cubicBezTo>
                    <a:pt x="735" y="4573"/>
                    <a:pt x="234" y="3406"/>
                    <a:pt x="501" y="2171"/>
                  </a:cubicBezTo>
                  <a:cubicBezTo>
                    <a:pt x="768" y="1037"/>
                    <a:pt x="1569" y="203"/>
                    <a:pt x="2369" y="203"/>
                  </a:cubicBezTo>
                  <a:close/>
                  <a:moveTo>
                    <a:pt x="2325" y="1"/>
                  </a:moveTo>
                  <a:cubicBezTo>
                    <a:pt x="1423" y="1"/>
                    <a:pt x="537" y="878"/>
                    <a:pt x="268" y="2105"/>
                  </a:cubicBezTo>
                  <a:cubicBezTo>
                    <a:pt x="1" y="3472"/>
                    <a:pt x="568" y="4773"/>
                    <a:pt x="1569" y="4973"/>
                  </a:cubicBezTo>
                  <a:cubicBezTo>
                    <a:pt x="1669" y="5007"/>
                    <a:pt x="1736" y="5007"/>
                    <a:pt x="1836" y="5007"/>
                  </a:cubicBezTo>
                  <a:cubicBezTo>
                    <a:pt x="2770" y="5007"/>
                    <a:pt x="3637" y="4140"/>
                    <a:pt x="3904" y="2905"/>
                  </a:cubicBezTo>
                  <a:cubicBezTo>
                    <a:pt x="4204" y="1538"/>
                    <a:pt x="3637" y="237"/>
                    <a:pt x="2636" y="37"/>
                  </a:cubicBezTo>
                  <a:cubicBezTo>
                    <a:pt x="2533" y="12"/>
                    <a:pt x="2429" y="1"/>
                    <a:pt x="23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9"/>
            <p:cNvSpPr/>
            <p:nvPr/>
          </p:nvSpPr>
          <p:spPr>
            <a:xfrm>
              <a:off x="4652682" y="1250556"/>
              <a:ext cx="117186" cy="140295"/>
            </a:xfrm>
            <a:custGeom>
              <a:rect b="b" l="l" r="r" t="t"/>
              <a:pathLst>
                <a:path extrusionOk="0" h="5033" w="4204">
                  <a:moveTo>
                    <a:pt x="2369" y="196"/>
                  </a:moveTo>
                  <a:cubicBezTo>
                    <a:pt x="2436" y="196"/>
                    <a:pt x="2503" y="229"/>
                    <a:pt x="2603" y="229"/>
                  </a:cubicBezTo>
                  <a:cubicBezTo>
                    <a:pt x="3470" y="429"/>
                    <a:pt x="3970" y="1597"/>
                    <a:pt x="3703" y="2831"/>
                  </a:cubicBezTo>
                  <a:cubicBezTo>
                    <a:pt x="3462" y="3976"/>
                    <a:pt x="2677" y="4795"/>
                    <a:pt x="1863" y="4795"/>
                  </a:cubicBezTo>
                  <a:cubicBezTo>
                    <a:pt x="1776" y="4795"/>
                    <a:pt x="1689" y="4785"/>
                    <a:pt x="1602" y="4766"/>
                  </a:cubicBezTo>
                  <a:cubicBezTo>
                    <a:pt x="735" y="4599"/>
                    <a:pt x="234" y="3398"/>
                    <a:pt x="501" y="2164"/>
                  </a:cubicBezTo>
                  <a:cubicBezTo>
                    <a:pt x="635" y="1564"/>
                    <a:pt x="901" y="1063"/>
                    <a:pt x="1335" y="630"/>
                  </a:cubicBezTo>
                  <a:cubicBezTo>
                    <a:pt x="1602" y="363"/>
                    <a:pt x="1969" y="229"/>
                    <a:pt x="2369" y="196"/>
                  </a:cubicBezTo>
                  <a:close/>
                  <a:moveTo>
                    <a:pt x="2333" y="1"/>
                  </a:moveTo>
                  <a:cubicBezTo>
                    <a:pt x="1906" y="1"/>
                    <a:pt x="1499" y="172"/>
                    <a:pt x="1202" y="496"/>
                  </a:cubicBezTo>
                  <a:cubicBezTo>
                    <a:pt x="735" y="930"/>
                    <a:pt x="434" y="1497"/>
                    <a:pt x="301" y="2097"/>
                  </a:cubicBezTo>
                  <a:cubicBezTo>
                    <a:pt x="1" y="3498"/>
                    <a:pt x="568" y="4766"/>
                    <a:pt x="1569" y="4999"/>
                  </a:cubicBezTo>
                  <a:cubicBezTo>
                    <a:pt x="1669" y="4999"/>
                    <a:pt x="1769" y="5033"/>
                    <a:pt x="1869" y="5033"/>
                  </a:cubicBezTo>
                  <a:cubicBezTo>
                    <a:pt x="2769" y="5033"/>
                    <a:pt x="3670" y="4132"/>
                    <a:pt x="3937" y="2898"/>
                  </a:cubicBezTo>
                  <a:cubicBezTo>
                    <a:pt x="4204" y="1530"/>
                    <a:pt x="3637" y="229"/>
                    <a:pt x="2636" y="29"/>
                  </a:cubicBezTo>
                  <a:cubicBezTo>
                    <a:pt x="2535" y="10"/>
                    <a:pt x="2433" y="1"/>
                    <a:pt x="23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9"/>
            <p:cNvSpPr/>
            <p:nvPr/>
          </p:nvSpPr>
          <p:spPr>
            <a:xfrm>
              <a:off x="4755906" y="1325515"/>
              <a:ext cx="22328" cy="11429"/>
            </a:xfrm>
            <a:custGeom>
              <a:rect b="b" l="l" r="r" t="t"/>
              <a:pathLst>
                <a:path extrusionOk="0" h="410" w="801">
                  <a:moveTo>
                    <a:pt x="219" y="0"/>
                  </a:moveTo>
                  <a:cubicBezTo>
                    <a:pt x="179" y="0"/>
                    <a:pt x="139" y="3"/>
                    <a:pt x="100" y="9"/>
                  </a:cubicBezTo>
                  <a:cubicBezTo>
                    <a:pt x="34" y="9"/>
                    <a:pt x="0" y="75"/>
                    <a:pt x="34" y="109"/>
                  </a:cubicBezTo>
                  <a:cubicBezTo>
                    <a:pt x="34" y="176"/>
                    <a:pt x="100" y="209"/>
                    <a:pt x="134" y="209"/>
                  </a:cubicBezTo>
                  <a:cubicBezTo>
                    <a:pt x="162" y="203"/>
                    <a:pt x="191" y="200"/>
                    <a:pt x="220" y="200"/>
                  </a:cubicBezTo>
                  <a:cubicBezTo>
                    <a:pt x="357" y="200"/>
                    <a:pt x="490" y="265"/>
                    <a:pt x="601" y="376"/>
                  </a:cubicBezTo>
                  <a:cubicBezTo>
                    <a:pt x="601" y="376"/>
                    <a:pt x="634" y="409"/>
                    <a:pt x="668" y="409"/>
                  </a:cubicBezTo>
                  <a:cubicBezTo>
                    <a:pt x="701" y="409"/>
                    <a:pt x="734" y="409"/>
                    <a:pt x="768" y="376"/>
                  </a:cubicBezTo>
                  <a:cubicBezTo>
                    <a:pt x="801" y="342"/>
                    <a:pt x="801" y="276"/>
                    <a:pt x="768" y="209"/>
                  </a:cubicBezTo>
                  <a:cubicBezTo>
                    <a:pt x="629" y="70"/>
                    <a:pt x="420" y="0"/>
                    <a:pt x="2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0"/>
          <p:cNvSpPr/>
          <p:nvPr/>
        </p:nvSpPr>
        <p:spPr>
          <a:xfrm flipH="1">
            <a:off x="5099290" y="2317386"/>
            <a:ext cx="3320700" cy="2724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30"/>
          <p:cNvSpPr txBox="1"/>
          <p:nvPr>
            <p:ph type="title"/>
          </p:nvPr>
        </p:nvSpPr>
        <p:spPr>
          <a:xfrm>
            <a:off x="4754222" y="1482480"/>
            <a:ext cx="3677100" cy="110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SIMD</a:t>
            </a:r>
            <a:endParaRPr/>
          </a:p>
        </p:txBody>
      </p:sp>
      <p:sp>
        <p:nvSpPr>
          <p:cNvPr id="306" name="Google Shape;306;p30"/>
          <p:cNvSpPr txBox="1"/>
          <p:nvPr>
            <p:ph idx="1" type="subTitle"/>
          </p:nvPr>
        </p:nvSpPr>
        <p:spPr>
          <a:xfrm flipH="1">
            <a:off x="4827825" y="2253316"/>
            <a:ext cx="3677100" cy="4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 Instruction, Multiple Data</a:t>
            </a:r>
            <a:endParaRPr/>
          </a:p>
          <a:p>
            <a:pPr indent="0" lvl="0" marL="0" rtl="0" algn="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07" name="Google Shape;30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9925" y="666750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0"/>
          <p:cNvSpPr txBox="1"/>
          <p:nvPr/>
        </p:nvSpPr>
        <p:spPr>
          <a:xfrm>
            <a:off x="5099300" y="2653825"/>
            <a:ext cx="35874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Operaciones repetitivas y paralelas.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Ej: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-Procesamiento y manipulación de imágenes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-Procesamiento señales, audio y gráficos en tiempo real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1"/>
          <p:cNvSpPr/>
          <p:nvPr/>
        </p:nvSpPr>
        <p:spPr>
          <a:xfrm flipH="1">
            <a:off x="5099290" y="2317386"/>
            <a:ext cx="3320700" cy="2724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>
            <p:ph type="title"/>
          </p:nvPr>
        </p:nvSpPr>
        <p:spPr>
          <a:xfrm>
            <a:off x="4754222" y="1504730"/>
            <a:ext cx="3677100" cy="110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</a:t>
            </a:r>
            <a:r>
              <a:rPr lang="en"/>
              <a:t>IMD</a:t>
            </a:r>
            <a:endParaRPr/>
          </a:p>
        </p:txBody>
      </p:sp>
      <p:sp>
        <p:nvSpPr>
          <p:cNvPr id="315" name="Google Shape;315;p31"/>
          <p:cNvSpPr txBox="1"/>
          <p:nvPr>
            <p:ph idx="1" type="subTitle"/>
          </p:nvPr>
        </p:nvSpPr>
        <p:spPr>
          <a:xfrm flipH="1">
            <a:off x="4921100" y="2253316"/>
            <a:ext cx="3677100" cy="4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Multiple Instruction, Multiple Data</a:t>
            </a:r>
            <a:endParaRPr/>
          </a:p>
        </p:txBody>
      </p:sp>
      <p:sp>
        <p:nvSpPr>
          <p:cNvPr id="316" name="Google Shape;316;p31"/>
          <p:cNvSpPr txBox="1"/>
          <p:nvPr/>
        </p:nvSpPr>
        <p:spPr>
          <a:xfrm>
            <a:off x="5172900" y="2653825"/>
            <a:ext cx="35874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Amplia gama de aplicaciones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-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Mayor flexibilidad y diversidad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-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Mayor capacidad de procesamiento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-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Mayor escalabilidad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17" name="Google Shape;31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800" y="1295100"/>
            <a:ext cx="2897925" cy="289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2"/>
          <p:cNvSpPr/>
          <p:nvPr/>
        </p:nvSpPr>
        <p:spPr>
          <a:xfrm flipH="1">
            <a:off x="5099290" y="2317386"/>
            <a:ext cx="3320700" cy="2724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32"/>
          <p:cNvSpPr txBox="1"/>
          <p:nvPr>
            <p:ph type="title"/>
          </p:nvPr>
        </p:nvSpPr>
        <p:spPr>
          <a:xfrm>
            <a:off x="4754222" y="1482480"/>
            <a:ext cx="3677100" cy="110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SISD</a:t>
            </a:r>
            <a:endParaRPr/>
          </a:p>
        </p:txBody>
      </p:sp>
      <p:sp>
        <p:nvSpPr>
          <p:cNvPr id="324" name="Google Shape;324;p32"/>
          <p:cNvSpPr txBox="1"/>
          <p:nvPr>
            <p:ph idx="1" type="subTitle"/>
          </p:nvPr>
        </p:nvSpPr>
        <p:spPr>
          <a:xfrm flipH="1">
            <a:off x="5158700" y="2253325"/>
            <a:ext cx="3201900" cy="4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Single Instruction, Single Data</a:t>
            </a:r>
            <a:endParaRPr/>
          </a:p>
        </p:txBody>
      </p:sp>
      <p:sp>
        <p:nvSpPr>
          <p:cNvPr id="325" name="Google Shape;325;p32"/>
          <p:cNvSpPr txBox="1"/>
          <p:nvPr/>
        </p:nvSpPr>
        <p:spPr>
          <a:xfrm>
            <a:off x="5158700" y="2589775"/>
            <a:ext cx="35874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Básico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Usado en sistemas de un solo procesador o núcleo.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Aplicaciones simples, lineales y secuenciales. Ej: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-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Procesadores de textos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-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Navegadores web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-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Programas de cálculo básico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6" name="Google Shape;32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150" y="666750"/>
            <a:ext cx="381000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3"/>
          <p:cNvSpPr/>
          <p:nvPr/>
        </p:nvSpPr>
        <p:spPr>
          <a:xfrm flipH="1">
            <a:off x="5099290" y="2317386"/>
            <a:ext cx="3320700" cy="2724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33"/>
          <p:cNvSpPr txBox="1"/>
          <p:nvPr>
            <p:ph type="title"/>
          </p:nvPr>
        </p:nvSpPr>
        <p:spPr>
          <a:xfrm>
            <a:off x="4754222" y="1482480"/>
            <a:ext cx="3677100" cy="110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</a:t>
            </a:r>
            <a:r>
              <a:rPr lang="en"/>
              <a:t>ISD</a:t>
            </a:r>
            <a:endParaRPr/>
          </a:p>
        </p:txBody>
      </p:sp>
      <p:sp>
        <p:nvSpPr>
          <p:cNvPr id="333" name="Google Shape;333;p33"/>
          <p:cNvSpPr txBox="1"/>
          <p:nvPr>
            <p:ph idx="1" type="subTitle"/>
          </p:nvPr>
        </p:nvSpPr>
        <p:spPr>
          <a:xfrm flipH="1">
            <a:off x="4932200" y="2253325"/>
            <a:ext cx="3428400" cy="4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Multiple Instruction, Single Data</a:t>
            </a:r>
            <a:endParaRPr/>
          </a:p>
        </p:txBody>
      </p:sp>
      <p:sp>
        <p:nvSpPr>
          <p:cNvPr id="334" name="Google Shape;334;p33"/>
          <p:cNvSpPr txBox="1"/>
          <p:nvPr/>
        </p:nvSpPr>
        <p:spPr>
          <a:xfrm>
            <a:off x="5158700" y="2589775"/>
            <a:ext cx="35874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-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Poco convencional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-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Restrictivo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-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Ningun uso comercial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-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Muy específico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-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Falta de flexibilidad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35" name="Google Shape;33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3550" y="857564"/>
            <a:ext cx="3428325" cy="342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4"/>
          <p:cNvSpPr/>
          <p:nvPr/>
        </p:nvSpPr>
        <p:spPr>
          <a:xfrm flipH="1">
            <a:off x="5099290" y="2317386"/>
            <a:ext cx="3320700" cy="2724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34"/>
          <p:cNvSpPr txBox="1"/>
          <p:nvPr>
            <p:ph type="title"/>
          </p:nvPr>
        </p:nvSpPr>
        <p:spPr>
          <a:xfrm>
            <a:off x="4754222" y="1482480"/>
            <a:ext cx="3677100" cy="110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SPMD </a:t>
            </a:r>
            <a:endParaRPr/>
          </a:p>
        </p:txBody>
      </p:sp>
      <p:sp>
        <p:nvSpPr>
          <p:cNvPr id="342" name="Google Shape;342;p34"/>
          <p:cNvSpPr txBox="1"/>
          <p:nvPr>
            <p:ph idx="1" type="subTitle"/>
          </p:nvPr>
        </p:nvSpPr>
        <p:spPr>
          <a:xfrm flipH="1">
            <a:off x="4932200" y="2253325"/>
            <a:ext cx="3428400" cy="4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Single Program, Multiple Data</a:t>
            </a:r>
            <a:endParaRPr/>
          </a:p>
        </p:txBody>
      </p:sp>
      <p:sp>
        <p:nvSpPr>
          <p:cNvPr id="343" name="Google Shape;343;p34"/>
          <p:cNvSpPr txBox="1"/>
          <p:nvPr/>
        </p:nvSpPr>
        <p:spPr>
          <a:xfrm>
            <a:off x="5158700" y="2589775"/>
            <a:ext cx="35874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Tareas 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idénticas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en diferentes conjuntos de datos con el mismo programa.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Usos: -Simulación de sistemas físicos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-Procesamiento de imágenes en paralelo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-Resolución de problemas científicos.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Flexibilidad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Escalabilidad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44" name="Google Shape;34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1482475"/>
            <a:ext cx="4449422" cy="27287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5"/>
          <p:cNvSpPr/>
          <p:nvPr/>
        </p:nvSpPr>
        <p:spPr>
          <a:xfrm>
            <a:off x="3698400" y="2064545"/>
            <a:ext cx="1747200" cy="3948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35"/>
          <p:cNvSpPr/>
          <p:nvPr/>
        </p:nvSpPr>
        <p:spPr>
          <a:xfrm>
            <a:off x="5624400" y="2064545"/>
            <a:ext cx="1747200" cy="3948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35"/>
          <p:cNvSpPr/>
          <p:nvPr/>
        </p:nvSpPr>
        <p:spPr>
          <a:xfrm>
            <a:off x="1772400" y="2588645"/>
            <a:ext cx="1747200" cy="3948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35"/>
          <p:cNvSpPr/>
          <p:nvPr/>
        </p:nvSpPr>
        <p:spPr>
          <a:xfrm>
            <a:off x="1772400" y="3112745"/>
            <a:ext cx="1747200" cy="3948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53" name="Google Shape;353;p35"/>
          <p:cNvGraphicFramePr/>
          <p:nvPr/>
        </p:nvGraphicFramePr>
        <p:xfrm>
          <a:off x="1682988" y="19998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{8F201F51-C642-48A9-BB0B-A50E7ACB57E4}</a:tableStyleId>
              </a:tblPr>
              <a:tblGrid>
                <a:gridCol w="2015400"/>
                <a:gridCol w="1836600"/>
                <a:gridCol w="1926000"/>
              </a:tblGrid>
              <a:tr h="524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Poppins Black"/>
                          <a:ea typeface="Poppins Black"/>
                          <a:cs typeface="Poppins Black"/>
                          <a:sym typeface="Poppins Black"/>
                        </a:rPr>
                        <a:t>Simples</a:t>
                      </a:r>
                      <a:endParaRPr sz="1600">
                        <a:solidFill>
                          <a:schemeClr val="dk1"/>
                        </a:solidFill>
                        <a:latin typeface="Poppins Black"/>
                        <a:ea typeface="Poppins Black"/>
                        <a:cs typeface="Poppins Black"/>
                        <a:sym typeface="Poppins Black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Poppins Black"/>
                          <a:ea typeface="Poppins Black"/>
                          <a:cs typeface="Poppins Black"/>
                          <a:sym typeface="Poppins Black"/>
                        </a:rPr>
                        <a:t>Multiples</a:t>
                      </a:r>
                      <a:endParaRPr sz="1600">
                        <a:solidFill>
                          <a:schemeClr val="dk1"/>
                        </a:solidFill>
                        <a:latin typeface="Poppins Black"/>
                        <a:ea typeface="Poppins Black"/>
                        <a:cs typeface="Poppins Black"/>
                        <a:sym typeface="Poppins Black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83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  <a:latin typeface="Poppins Black"/>
                        <a:ea typeface="Poppins Black"/>
                        <a:cs typeface="Poppins Black"/>
                        <a:sym typeface="Poppins Black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SISD</a:t>
                      </a:r>
                      <a:endParaRPr b="1" sz="20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SIMD</a:t>
                      </a:r>
                      <a:endParaRPr b="1" sz="20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3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  <a:latin typeface="Poppins Black"/>
                        <a:ea typeface="Poppins Black"/>
                        <a:cs typeface="Poppins Black"/>
                        <a:sym typeface="Poppins Black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MISD</a:t>
                      </a:r>
                      <a:endParaRPr b="1" sz="20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MIMD</a:t>
                      </a:r>
                      <a:endParaRPr b="1" sz="20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4" name="Google Shape;354;p35"/>
          <p:cNvSpPr txBox="1"/>
          <p:nvPr>
            <p:ph type="title"/>
          </p:nvPr>
        </p:nvSpPr>
        <p:spPr>
          <a:xfrm>
            <a:off x="720000" y="387600"/>
            <a:ext cx="77040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Tabla comparativa</a:t>
            </a:r>
            <a:endParaRPr/>
          </a:p>
        </p:txBody>
      </p:sp>
      <p:sp>
        <p:nvSpPr>
          <p:cNvPr id="355" name="Google Shape;355;p35"/>
          <p:cNvSpPr/>
          <p:nvPr/>
        </p:nvSpPr>
        <p:spPr>
          <a:xfrm>
            <a:off x="4242000" y="1592626"/>
            <a:ext cx="2454600" cy="3180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rPr>
              <a:t>Datos</a:t>
            </a:r>
            <a:endParaRPr/>
          </a:p>
        </p:txBody>
      </p:sp>
      <p:sp>
        <p:nvSpPr>
          <p:cNvPr id="356" name="Google Shape;356;p35"/>
          <p:cNvSpPr/>
          <p:nvPr/>
        </p:nvSpPr>
        <p:spPr>
          <a:xfrm rot="-5400000">
            <a:off x="420450" y="3162700"/>
            <a:ext cx="1939200" cy="3387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rPr>
              <a:t>Instrucciones</a:t>
            </a:r>
            <a:endParaRPr/>
          </a:p>
        </p:txBody>
      </p:sp>
      <p:sp>
        <p:nvSpPr>
          <p:cNvPr id="357" name="Google Shape;357;p35"/>
          <p:cNvSpPr/>
          <p:nvPr/>
        </p:nvSpPr>
        <p:spPr>
          <a:xfrm>
            <a:off x="1850700" y="2794750"/>
            <a:ext cx="1680000" cy="3948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rPr>
              <a:t>Simples</a:t>
            </a:r>
            <a:endParaRPr/>
          </a:p>
        </p:txBody>
      </p:sp>
      <p:sp>
        <p:nvSpPr>
          <p:cNvPr id="358" name="Google Shape;358;p35"/>
          <p:cNvSpPr/>
          <p:nvPr/>
        </p:nvSpPr>
        <p:spPr>
          <a:xfrm>
            <a:off x="1884300" y="3816275"/>
            <a:ext cx="1635300" cy="3948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rPr>
              <a:t>Múltiples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6"/>
          <p:cNvSpPr/>
          <p:nvPr/>
        </p:nvSpPr>
        <p:spPr>
          <a:xfrm>
            <a:off x="720001" y="4431475"/>
            <a:ext cx="7704150" cy="263168"/>
          </a:xfrm>
          <a:custGeom>
            <a:rect b="b" l="l" r="r" t="t"/>
            <a:pathLst>
              <a:path extrusionOk="0" h="9441" w="161716">
                <a:moveTo>
                  <a:pt x="80858" y="1"/>
                </a:moveTo>
                <a:cubicBezTo>
                  <a:pt x="36193" y="1"/>
                  <a:pt x="0" y="2136"/>
                  <a:pt x="0" y="4738"/>
                </a:cubicBezTo>
                <a:cubicBezTo>
                  <a:pt x="0" y="7339"/>
                  <a:pt x="36193" y="9441"/>
                  <a:pt x="80858" y="9441"/>
                </a:cubicBezTo>
                <a:cubicBezTo>
                  <a:pt x="125523" y="9441"/>
                  <a:pt x="161716" y="7339"/>
                  <a:pt x="161716" y="4738"/>
                </a:cubicBezTo>
                <a:cubicBezTo>
                  <a:pt x="161716" y="2136"/>
                  <a:pt x="125523" y="1"/>
                  <a:pt x="8085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36"/>
          <p:cNvSpPr txBox="1"/>
          <p:nvPr>
            <p:ph type="title"/>
          </p:nvPr>
        </p:nvSpPr>
        <p:spPr>
          <a:xfrm>
            <a:off x="2266675" y="2119825"/>
            <a:ext cx="4426800" cy="171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Procesamiento vectorial</a:t>
            </a:r>
            <a:endParaRPr/>
          </a:p>
        </p:txBody>
      </p:sp>
      <p:sp>
        <p:nvSpPr>
          <p:cNvPr id="365" name="Google Shape;365;p36"/>
          <p:cNvSpPr txBox="1"/>
          <p:nvPr>
            <p:ph idx="2" type="title"/>
          </p:nvPr>
        </p:nvSpPr>
        <p:spPr>
          <a:xfrm>
            <a:off x="2552700" y="1383425"/>
            <a:ext cx="923400" cy="6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 sz="4800"/>
          </a:p>
        </p:txBody>
      </p:sp>
      <p:pic>
        <p:nvPicPr>
          <p:cNvPr id="366" name="Google Shape;36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9950" y="833150"/>
            <a:ext cx="4086600" cy="408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7"/>
          <p:cNvSpPr txBox="1"/>
          <p:nvPr>
            <p:ph idx="1" type="body"/>
          </p:nvPr>
        </p:nvSpPr>
        <p:spPr>
          <a:xfrm>
            <a:off x="720000" y="1000200"/>
            <a:ext cx="8243700" cy="40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highlight>
                  <a:schemeClr val="dk2"/>
                </a:highlight>
              </a:rPr>
              <a:t>Definición</a:t>
            </a:r>
            <a:r>
              <a:rPr lang="en"/>
              <a:t>: </a:t>
            </a:r>
            <a:r>
              <a:rPr lang="en"/>
              <a:t>Ejecución</a:t>
            </a:r>
            <a:r>
              <a:rPr lang="en"/>
              <a:t> de instrucciones en paralelo usando vectores de datos. Se procesan múltiples datos </a:t>
            </a:r>
            <a:r>
              <a:rPr lang="en"/>
              <a:t>simultáneamente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highlight>
                  <a:schemeClr val="dk2"/>
                </a:highlight>
              </a:rPr>
              <a:t>Ventajas</a:t>
            </a:r>
            <a:r>
              <a:rPr lang="en"/>
              <a:t>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</a:pPr>
            <a:r>
              <a:rPr lang="en"/>
              <a:t>Mayor eficiencia	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</a:pPr>
            <a:r>
              <a:rPr lang="en"/>
              <a:t>Mayor velocidad y capacidad de procesamiento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</a:pPr>
            <a:r>
              <a:rPr lang="en"/>
              <a:t>Reducción en el tiempo de ejecución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highlight>
                  <a:schemeClr val="dk2"/>
                </a:highlight>
              </a:rPr>
              <a:t>Inconvenientes</a:t>
            </a:r>
            <a:r>
              <a:rPr lang="en"/>
              <a:t>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</a:pPr>
            <a:r>
              <a:rPr lang="en"/>
              <a:t>Necesidad de diseñar algoritmos paralelos eficientes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</a:pPr>
            <a:r>
              <a:rPr lang="en"/>
              <a:t>Desafíos con la  gestión de la memoria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</a:pPr>
            <a:r>
              <a:rPr lang="en"/>
              <a:t>Difícil la  comunicación entre los elementos de procesamiento.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highlight>
                  <a:schemeClr val="dk2"/>
                </a:highlight>
              </a:rPr>
              <a:t>Ejemplos de uso en aplicaciones:</a:t>
            </a:r>
            <a:endParaRPr b="1">
              <a:highlight>
                <a:schemeClr val="dk2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</a:pPr>
            <a:r>
              <a:rPr lang="en"/>
              <a:t>Procesamiento de imágenes y vídeos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</a:pPr>
            <a:r>
              <a:rPr lang="en"/>
              <a:t>Simulación de fluidos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</a:pPr>
            <a:r>
              <a:rPr lang="en"/>
              <a:t> Análisis de datos científicos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</a:pPr>
            <a:r>
              <a:rPr lang="en"/>
              <a:t>Procesamiento de señales</a:t>
            </a:r>
            <a:endParaRPr/>
          </a:p>
        </p:txBody>
      </p:sp>
      <p:sp>
        <p:nvSpPr>
          <p:cNvPr id="372" name="Google Shape;372;p37"/>
          <p:cNvSpPr txBox="1"/>
          <p:nvPr>
            <p:ph type="title"/>
          </p:nvPr>
        </p:nvSpPr>
        <p:spPr>
          <a:xfrm>
            <a:off x="720000" y="387600"/>
            <a:ext cx="77040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Procesamiento vectorial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8"/>
          <p:cNvSpPr txBox="1"/>
          <p:nvPr>
            <p:ph type="title"/>
          </p:nvPr>
        </p:nvSpPr>
        <p:spPr>
          <a:xfrm>
            <a:off x="720000" y="287175"/>
            <a:ext cx="77040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Comparación</a:t>
            </a:r>
            <a:endParaRPr/>
          </a:p>
        </p:txBody>
      </p:sp>
      <p:sp>
        <p:nvSpPr>
          <p:cNvPr id="378" name="Google Shape;378;p38"/>
          <p:cNvSpPr/>
          <p:nvPr/>
        </p:nvSpPr>
        <p:spPr>
          <a:xfrm rot="5400000">
            <a:off x="2756875" y="3148565"/>
            <a:ext cx="3198300" cy="27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8"/>
          <p:cNvSpPr/>
          <p:nvPr/>
        </p:nvSpPr>
        <p:spPr>
          <a:xfrm rot="-5400000">
            <a:off x="877950" y="1525875"/>
            <a:ext cx="3199500" cy="3515400"/>
          </a:xfrm>
          <a:prstGeom prst="round2SameRect">
            <a:avLst>
              <a:gd fmla="val 8139" name="adj1"/>
              <a:gd fmla="val 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8"/>
          <p:cNvSpPr txBox="1"/>
          <p:nvPr/>
        </p:nvSpPr>
        <p:spPr>
          <a:xfrm>
            <a:off x="893100" y="1073525"/>
            <a:ext cx="33423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rPr>
              <a:t>Programación en paralelo</a:t>
            </a:r>
            <a:endParaRPr sz="2400">
              <a:solidFill>
                <a:schemeClr val="dk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381" name="Google Shape;381;p38"/>
          <p:cNvSpPr txBox="1"/>
          <p:nvPr/>
        </p:nvSpPr>
        <p:spPr>
          <a:xfrm>
            <a:off x="806550" y="1684425"/>
            <a:ext cx="3342300" cy="31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Objetivos: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-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Mejorar la eficiencia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-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Velocidad de procesamiento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División del trabajo: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-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Tarea grande en subprocesos más pequeños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Hardware utilizado: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-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Múltiples núleos de CPU o GPU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Mayor flexibilidad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2" name="Google Shape;382;p38"/>
          <p:cNvSpPr/>
          <p:nvPr/>
        </p:nvSpPr>
        <p:spPr>
          <a:xfrm rot="5400000">
            <a:off x="4648975" y="1525875"/>
            <a:ext cx="3199500" cy="3515400"/>
          </a:xfrm>
          <a:prstGeom prst="round2SameRect">
            <a:avLst>
              <a:gd fmla="val 8139" name="adj1"/>
              <a:gd fmla="val 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8"/>
          <p:cNvSpPr txBox="1"/>
          <p:nvPr/>
        </p:nvSpPr>
        <p:spPr>
          <a:xfrm>
            <a:off x="4491025" y="899775"/>
            <a:ext cx="3000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rPr>
              <a:t>Procesamiento vectorial</a:t>
            </a:r>
            <a:endParaRPr/>
          </a:p>
        </p:txBody>
      </p:sp>
      <p:sp>
        <p:nvSpPr>
          <p:cNvPr id="384" name="Google Shape;384;p38"/>
          <p:cNvSpPr txBox="1"/>
          <p:nvPr>
            <p:ph idx="4294967295" type="subTitle"/>
          </p:nvPr>
        </p:nvSpPr>
        <p:spPr>
          <a:xfrm>
            <a:off x="4491025" y="1683825"/>
            <a:ext cx="3515400" cy="31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Objetivos: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-"/>
            </a:pPr>
            <a:r>
              <a:rPr lang="en" sz="1400"/>
              <a:t>Mejorar la eficiencia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-"/>
            </a:pPr>
            <a:r>
              <a:rPr lang="en" sz="1400"/>
              <a:t>Velocidad de procesamiento</a:t>
            </a:r>
            <a:endParaRPr sz="1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400"/>
              <a:t>División del trabajo: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-"/>
            </a:pPr>
            <a:r>
              <a:rPr lang="en" sz="1400"/>
              <a:t>División en operaciones específicas </a:t>
            </a:r>
            <a:endParaRPr sz="1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400"/>
              <a:t>Hardware utilizado: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-"/>
            </a:pPr>
            <a:r>
              <a:rPr lang="en" sz="1400"/>
              <a:t>Unidades vectoriales o registros de valores en CPU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Especializado y menos flexible</a:t>
            </a:r>
            <a:endParaRPr sz="1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9"/>
          <p:cNvSpPr/>
          <p:nvPr/>
        </p:nvSpPr>
        <p:spPr>
          <a:xfrm>
            <a:off x="720001" y="4431475"/>
            <a:ext cx="7704150" cy="263168"/>
          </a:xfrm>
          <a:custGeom>
            <a:rect b="b" l="l" r="r" t="t"/>
            <a:pathLst>
              <a:path extrusionOk="0" h="9441" w="161716">
                <a:moveTo>
                  <a:pt x="80858" y="1"/>
                </a:moveTo>
                <a:cubicBezTo>
                  <a:pt x="36193" y="1"/>
                  <a:pt x="0" y="2136"/>
                  <a:pt x="0" y="4738"/>
                </a:cubicBezTo>
                <a:cubicBezTo>
                  <a:pt x="0" y="7339"/>
                  <a:pt x="36193" y="9441"/>
                  <a:pt x="80858" y="9441"/>
                </a:cubicBezTo>
                <a:cubicBezTo>
                  <a:pt x="125523" y="9441"/>
                  <a:pt x="161716" y="7339"/>
                  <a:pt x="161716" y="4738"/>
                </a:cubicBezTo>
                <a:cubicBezTo>
                  <a:pt x="161716" y="2136"/>
                  <a:pt x="125523" y="1"/>
                  <a:pt x="8085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39"/>
          <p:cNvSpPr txBox="1"/>
          <p:nvPr>
            <p:ph type="title"/>
          </p:nvPr>
        </p:nvSpPr>
        <p:spPr>
          <a:xfrm>
            <a:off x="2541550" y="1745050"/>
            <a:ext cx="4772100" cy="215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Computadores para programación en paralelo</a:t>
            </a:r>
            <a:endParaRPr/>
          </a:p>
        </p:txBody>
      </p:sp>
      <p:sp>
        <p:nvSpPr>
          <p:cNvPr id="391" name="Google Shape;391;p39"/>
          <p:cNvSpPr txBox="1"/>
          <p:nvPr>
            <p:ph idx="2" type="title"/>
          </p:nvPr>
        </p:nvSpPr>
        <p:spPr>
          <a:xfrm>
            <a:off x="1912150" y="1502350"/>
            <a:ext cx="629400" cy="6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 sz="4800"/>
          </a:p>
        </p:txBody>
      </p:sp>
      <p:grpSp>
        <p:nvGrpSpPr>
          <p:cNvPr id="392" name="Google Shape;392;p39"/>
          <p:cNvGrpSpPr/>
          <p:nvPr/>
        </p:nvGrpSpPr>
        <p:grpSpPr>
          <a:xfrm>
            <a:off x="6418367" y="1502349"/>
            <a:ext cx="2173085" cy="3192295"/>
            <a:chOff x="6251017" y="1412099"/>
            <a:chExt cx="2173085" cy="3192295"/>
          </a:xfrm>
        </p:grpSpPr>
        <p:sp>
          <p:nvSpPr>
            <p:cNvPr id="393" name="Google Shape;393;p39"/>
            <p:cNvSpPr/>
            <p:nvPr/>
          </p:nvSpPr>
          <p:spPr>
            <a:xfrm>
              <a:off x="6489574" y="4369125"/>
              <a:ext cx="1934528" cy="235270"/>
            </a:xfrm>
            <a:custGeom>
              <a:rect b="b" l="l" r="r" t="t"/>
              <a:pathLst>
                <a:path extrusionOk="0" h="9441" w="161716">
                  <a:moveTo>
                    <a:pt x="80858" y="1"/>
                  </a:moveTo>
                  <a:cubicBezTo>
                    <a:pt x="36193" y="1"/>
                    <a:pt x="0" y="2136"/>
                    <a:pt x="0" y="4738"/>
                  </a:cubicBezTo>
                  <a:cubicBezTo>
                    <a:pt x="0" y="7339"/>
                    <a:pt x="36193" y="9441"/>
                    <a:pt x="80858" y="9441"/>
                  </a:cubicBezTo>
                  <a:cubicBezTo>
                    <a:pt x="125523" y="9441"/>
                    <a:pt x="161716" y="7339"/>
                    <a:pt x="161716" y="4738"/>
                  </a:cubicBezTo>
                  <a:cubicBezTo>
                    <a:pt x="161716" y="2136"/>
                    <a:pt x="125523" y="1"/>
                    <a:pt x="808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39"/>
            <p:cNvSpPr/>
            <p:nvPr/>
          </p:nvSpPr>
          <p:spPr>
            <a:xfrm>
              <a:off x="6251017" y="2605223"/>
              <a:ext cx="1090624" cy="31623"/>
            </a:xfrm>
            <a:custGeom>
              <a:rect b="b" l="l" r="r" t="t"/>
              <a:pathLst>
                <a:path extrusionOk="0" h="1269" w="43765">
                  <a:moveTo>
                    <a:pt x="0" y="1"/>
                  </a:moveTo>
                  <a:lnTo>
                    <a:pt x="0" y="1268"/>
                  </a:lnTo>
                  <a:lnTo>
                    <a:pt x="43765" y="1268"/>
                  </a:lnTo>
                  <a:lnTo>
                    <a:pt x="437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39"/>
            <p:cNvSpPr/>
            <p:nvPr/>
          </p:nvSpPr>
          <p:spPr>
            <a:xfrm>
              <a:off x="6251017" y="2605223"/>
              <a:ext cx="358300" cy="31623"/>
            </a:xfrm>
            <a:custGeom>
              <a:rect b="b" l="l" r="r" t="t"/>
              <a:pathLst>
                <a:path extrusionOk="0" h="1269" w="14378">
                  <a:moveTo>
                    <a:pt x="0" y="1"/>
                  </a:moveTo>
                  <a:lnTo>
                    <a:pt x="0" y="1268"/>
                  </a:lnTo>
                  <a:lnTo>
                    <a:pt x="14377" y="1268"/>
                  </a:lnTo>
                  <a:lnTo>
                    <a:pt x="1437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39"/>
            <p:cNvSpPr/>
            <p:nvPr/>
          </p:nvSpPr>
          <p:spPr>
            <a:xfrm>
              <a:off x="6786340" y="2636821"/>
              <a:ext cx="77327" cy="1839594"/>
            </a:xfrm>
            <a:custGeom>
              <a:rect b="b" l="l" r="r" t="t"/>
              <a:pathLst>
                <a:path extrusionOk="0" h="73820" w="3103">
                  <a:moveTo>
                    <a:pt x="0" y="0"/>
                  </a:moveTo>
                  <a:lnTo>
                    <a:pt x="0" y="73820"/>
                  </a:lnTo>
                  <a:lnTo>
                    <a:pt x="3102" y="73820"/>
                  </a:lnTo>
                  <a:lnTo>
                    <a:pt x="31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39"/>
            <p:cNvSpPr/>
            <p:nvPr/>
          </p:nvSpPr>
          <p:spPr>
            <a:xfrm>
              <a:off x="6786340" y="2636821"/>
              <a:ext cx="77327" cy="1839594"/>
            </a:xfrm>
            <a:custGeom>
              <a:rect b="b" l="l" r="r" t="t"/>
              <a:pathLst>
                <a:path extrusionOk="0" h="73820" w="3103">
                  <a:moveTo>
                    <a:pt x="0" y="0"/>
                  </a:moveTo>
                  <a:lnTo>
                    <a:pt x="0" y="2069"/>
                  </a:lnTo>
                  <a:lnTo>
                    <a:pt x="0" y="73820"/>
                  </a:lnTo>
                  <a:lnTo>
                    <a:pt x="1001" y="73820"/>
                  </a:lnTo>
                  <a:lnTo>
                    <a:pt x="1001" y="1868"/>
                  </a:lnTo>
                  <a:lnTo>
                    <a:pt x="3102" y="1435"/>
                  </a:lnTo>
                  <a:lnTo>
                    <a:pt x="31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39"/>
            <p:cNvSpPr/>
            <p:nvPr/>
          </p:nvSpPr>
          <p:spPr>
            <a:xfrm>
              <a:off x="6462211" y="2153830"/>
              <a:ext cx="726418" cy="430667"/>
            </a:xfrm>
            <a:custGeom>
              <a:rect b="b" l="l" r="r" t="t"/>
              <a:pathLst>
                <a:path extrusionOk="0" h="17282" w="29150">
                  <a:moveTo>
                    <a:pt x="1411" y="1"/>
                  </a:moveTo>
                  <a:cubicBezTo>
                    <a:pt x="604" y="1"/>
                    <a:pt x="1" y="721"/>
                    <a:pt x="131" y="1536"/>
                  </a:cubicBezTo>
                  <a:lnTo>
                    <a:pt x="1933" y="15746"/>
                  </a:lnTo>
                  <a:cubicBezTo>
                    <a:pt x="2066" y="16614"/>
                    <a:pt x="2800" y="17248"/>
                    <a:pt x="3667" y="17281"/>
                  </a:cubicBezTo>
                  <a:lnTo>
                    <a:pt x="27684" y="17281"/>
                  </a:lnTo>
                  <a:cubicBezTo>
                    <a:pt x="27702" y="17282"/>
                    <a:pt x="27719" y="17282"/>
                    <a:pt x="27737" y="17282"/>
                  </a:cubicBezTo>
                  <a:cubicBezTo>
                    <a:pt x="28545" y="17282"/>
                    <a:pt x="29149" y="16530"/>
                    <a:pt x="29019" y="15746"/>
                  </a:cubicBezTo>
                  <a:lnTo>
                    <a:pt x="27217" y="1536"/>
                  </a:lnTo>
                  <a:cubicBezTo>
                    <a:pt x="27084" y="669"/>
                    <a:pt x="26350" y="2"/>
                    <a:pt x="25483" y="2"/>
                  </a:cubicBezTo>
                  <a:lnTo>
                    <a:pt x="1466" y="2"/>
                  </a:lnTo>
                  <a:cubicBezTo>
                    <a:pt x="1447" y="1"/>
                    <a:pt x="1429" y="1"/>
                    <a:pt x="14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39"/>
            <p:cNvSpPr/>
            <p:nvPr/>
          </p:nvSpPr>
          <p:spPr>
            <a:xfrm>
              <a:off x="6514567" y="2583567"/>
              <a:ext cx="795496" cy="21680"/>
            </a:xfrm>
            <a:custGeom>
              <a:rect b="b" l="l" r="r" t="t"/>
              <a:pathLst>
                <a:path extrusionOk="0" h="870" w="31922">
                  <a:moveTo>
                    <a:pt x="812" y="1"/>
                  </a:moveTo>
                  <a:cubicBezTo>
                    <a:pt x="339" y="1"/>
                    <a:pt x="1" y="420"/>
                    <a:pt x="65" y="870"/>
                  </a:cubicBezTo>
                  <a:lnTo>
                    <a:pt x="31921" y="870"/>
                  </a:lnTo>
                  <a:cubicBezTo>
                    <a:pt x="31855" y="369"/>
                    <a:pt x="31421" y="3"/>
                    <a:pt x="30921" y="3"/>
                  </a:cubicBezTo>
                  <a:lnTo>
                    <a:pt x="866" y="3"/>
                  </a:lnTo>
                  <a:cubicBezTo>
                    <a:pt x="848" y="1"/>
                    <a:pt x="830" y="1"/>
                    <a:pt x="8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39"/>
            <p:cNvSpPr/>
            <p:nvPr/>
          </p:nvSpPr>
          <p:spPr>
            <a:xfrm>
              <a:off x="6514567" y="2583567"/>
              <a:ext cx="224405" cy="21680"/>
            </a:xfrm>
            <a:custGeom>
              <a:rect b="b" l="l" r="r" t="t"/>
              <a:pathLst>
                <a:path extrusionOk="0" h="870" w="9005">
                  <a:moveTo>
                    <a:pt x="812" y="1"/>
                  </a:moveTo>
                  <a:cubicBezTo>
                    <a:pt x="339" y="1"/>
                    <a:pt x="1" y="420"/>
                    <a:pt x="65" y="870"/>
                  </a:cubicBezTo>
                  <a:lnTo>
                    <a:pt x="9005" y="870"/>
                  </a:lnTo>
                  <a:cubicBezTo>
                    <a:pt x="8905" y="369"/>
                    <a:pt x="8505" y="3"/>
                    <a:pt x="8004" y="3"/>
                  </a:cubicBezTo>
                  <a:lnTo>
                    <a:pt x="866" y="3"/>
                  </a:lnTo>
                  <a:cubicBezTo>
                    <a:pt x="848" y="1"/>
                    <a:pt x="830" y="1"/>
                    <a:pt x="8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39"/>
            <p:cNvSpPr/>
            <p:nvPr/>
          </p:nvSpPr>
          <p:spPr>
            <a:xfrm>
              <a:off x="6489573" y="2174638"/>
              <a:ext cx="679170" cy="389051"/>
            </a:xfrm>
            <a:custGeom>
              <a:rect b="b" l="l" r="r" t="t"/>
              <a:pathLst>
                <a:path extrusionOk="0" h="15612" w="27254">
                  <a:moveTo>
                    <a:pt x="501" y="1"/>
                  </a:moveTo>
                  <a:cubicBezTo>
                    <a:pt x="368" y="1"/>
                    <a:pt x="234" y="68"/>
                    <a:pt x="134" y="168"/>
                  </a:cubicBezTo>
                  <a:cubicBezTo>
                    <a:pt x="34" y="301"/>
                    <a:pt x="1" y="434"/>
                    <a:pt x="1" y="601"/>
                  </a:cubicBezTo>
                  <a:lnTo>
                    <a:pt x="1835" y="14811"/>
                  </a:lnTo>
                  <a:cubicBezTo>
                    <a:pt x="1902" y="15245"/>
                    <a:pt x="2269" y="15579"/>
                    <a:pt x="2703" y="15612"/>
                  </a:cubicBezTo>
                  <a:lnTo>
                    <a:pt x="26720" y="15612"/>
                  </a:lnTo>
                  <a:cubicBezTo>
                    <a:pt x="26853" y="15612"/>
                    <a:pt x="27020" y="15545"/>
                    <a:pt x="27120" y="15445"/>
                  </a:cubicBezTo>
                  <a:cubicBezTo>
                    <a:pt x="27220" y="15312"/>
                    <a:pt x="27254" y="15178"/>
                    <a:pt x="27220" y="15012"/>
                  </a:cubicBezTo>
                  <a:lnTo>
                    <a:pt x="25419" y="801"/>
                  </a:lnTo>
                  <a:cubicBezTo>
                    <a:pt x="25352" y="368"/>
                    <a:pt x="24952" y="34"/>
                    <a:pt x="245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39"/>
            <p:cNvSpPr/>
            <p:nvPr/>
          </p:nvSpPr>
          <p:spPr>
            <a:xfrm>
              <a:off x="6639215" y="2230333"/>
              <a:ext cx="243568" cy="224479"/>
            </a:xfrm>
            <a:custGeom>
              <a:rect b="b" l="l" r="r" t="t"/>
              <a:pathLst>
                <a:path extrusionOk="0" h="9008" w="9774">
                  <a:moveTo>
                    <a:pt x="4582" y="3002"/>
                  </a:moveTo>
                  <a:cubicBezTo>
                    <a:pt x="4600" y="3002"/>
                    <a:pt x="4618" y="3002"/>
                    <a:pt x="4637" y="3003"/>
                  </a:cubicBezTo>
                  <a:cubicBezTo>
                    <a:pt x="5537" y="3003"/>
                    <a:pt x="6305" y="3637"/>
                    <a:pt x="6505" y="4504"/>
                  </a:cubicBezTo>
                  <a:cubicBezTo>
                    <a:pt x="6635" y="5320"/>
                    <a:pt x="6032" y="6039"/>
                    <a:pt x="5225" y="6039"/>
                  </a:cubicBezTo>
                  <a:cubicBezTo>
                    <a:pt x="5207" y="6039"/>
                    <a:pt x="5189" y="6039"/>
                    <a:pt x="5170" y="6038"/>
                  </a:cubicBezTo>
                  <a:cubicBezTo>
                    <a:pt x="4270" y="6005"/>
                    <a:pt x="3503" y="5405"/>
                    <a:pt x="3302" y="4537"/>
                  </a:cubicBezTo>
                  <a:cubicBezTo>
                    <a:pt x="3172" y="3722"/>
                    <a:pt x="3775" y="3002"/>
                    <a:pt x="4582" y="3002"/>
                  </a:cubicBezTo>
                  <a:close/>
                  <a:moveTo>
                    <a:pt x="3269" y="1"/>
                  </a:moveTo>
                  <a:lnTo>
                    <a:pt x="3202" y="935"/>
                  </a:lnTo>
                  <a:cubicBezTo>
                    <a:pt x="2935" y="1001"/>
                    <a:pt x="2669" y="1135"/>
                    <a:pt x="2435" y="1268"/>
                  </a:cubicBezTo>
                  <a:lnTo>
                    <a:pt x="1468" y="768"/>
                  </a:lnTo>
                  <a:lnTo>
                    <a:pt x="500" y="1902"/>
                  </a:lnTo>
                  <a:lnTo>
                    <a:pt x="1168" y="2736"/>
                  </a:lnTo>
                  <a:cubicBezTo>
                    <a:pt x="1067" y="2970"/>
                    <a:pt x="1001" y="3236"/>
                    <a:pt x="967" y="3503"/>
                  </a:cubicBezTo>
                  <a:lnTo>
                    <a:pt x="0" y="3737"/>
                  </a:lnTo>
                  <a:lnTo>
                    <a:pt x="267" y="5305"/>
                  </a:lnTo>
                  <a:lnTo>
                    <a:pt x="1301" y="5538"/>
                  </a:lnTo>
                  <a:cubicBezTo>
                    <a:pt x="1434" y="5805"/>
                    <a:pt x="1601" y="6072"/>
                    <a:pt x="1768" y="6305"/>
                  </a:cubicBezTo>
                  <a:lnTo>
                    <a:pt x="1401" y="7139"/>
                  </a:lnTo>
                  <a:lnTo>
                    <a:pt x="2769" y="8240"/>
                  </a:lnTo>
                  <a:lnTo>
                    <a:pt x="3536" y="7740"/>
                  </a:lnTo>
                  <a:cubicBezTo>
                    <a:pt x="3803" y="7873"/>
                    <a:pt x="4103" y="8006"/>
                    <a:pt x="4403" y="8073"/>
                  </a:cubicBezTo>
                  <a:lnTo>
                    <a:pt x="4803" y="9007"/>
                  </a:lnTo>
                  <a:lnTo>
                    <a:pt x="6471" y="9007"/>
                  </a:lnTo>
                  <a:lnTo>
                    <a:pt x="6571" y="8073"/>
                  </a:lnTo>
                  <a:cubicBezTo>
                    <a:pt x="6838" y="8006"/>
                    <a:pt x="7072" y="7873"/>
                    <a:pt x="7339" y="7740"/>
                  </a:cubicBezTo>
                  <a:lnTo>
                    <a:pt x="8273" y="8240"/>
                  </a:lnTo>
                  <a:lnTo>
                    <a:pt x="9273" y="7139"/>
                  </a:lnTo>
                  <a:lnTo>
                    <a:pt x="8606" y="6305"/>
                  </a:lnTo>
                  <a:cubicBezTo>
                    <a:pt x="8706" y="6038"/>
                    <a:pt x="8773" y="5772"/>
                    <a:pt x="8806" y="5538"/>
                  </a:cubicBezTo>
                  <a:lnTo>
                    <a:pt x="9774" y="5305"/>
                  </a:lnTo>
                  <a:lnTo>
                    <a:pt x="9507" y="3703"/>
                  </a:lnTo>
                  <a:lnTo>
                    <a:pt x="8473" y="3470"/>
                  </a:lnTo>
                  <a:cubicBezTo>
                    <a:pt x="8339" y="3203"/>
                    <a:pt x="8173" y="2936"/>
                    <a:pt x="8006" y="2703"/>
                  </a:cubicBezTo>
                  <a:lnTo>
                    <a:pt x="8373" y="1869"/>
                  </a:lnTo>
                  <a:lnTo>
                    <a:pt x="7005" y="768"/>
                  </a:lnTo>
                  <a:lnTo>
                    <a:pt x="6238" y="1268"/>
                  </a:lnTo>
                  <a:cubicBezTo>
                    <a:pt x="5938" y="1135"/>
                    <a:pt x="5671" y="1001"/>
                    <a:pt x="5371" y="935"/>
                  </a:cubicBezTo>
                  <a:lnTo>
                    <a:pt x="49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39"/>
            <p:cNvSpPr/>
            <p:nvPr/>
          </p:nvSpPr>
          <p:spPr>
            <a:xfrm>
              <a:off x="6876947" y="2348377"/>
              <a:ext cx="133845" cy="123055"/>
            </a:xfrm>
            <a:custGeom>
              <a:rect b="b" l="l" r="r" t="t"/>
              <a:pathLst>
                <a:path extrusionOk="0" h="4938" w="5371">
                  <a:moveTo>
                    <a:pt x="1668" y="0"/>
                  </a:moveTo>
                  <a:lnTo>
                    <a:pt x="867" y="334"/>
                  </a:lnTo>
                  <a:lnTo>
                    <a:pt x="1068" y="868"/>
                  </a:lnTo>
                  <a:cubicBezTo>
                    <a:pt x="934" y="968"/>
                    <a:pt x="834" y="1068"/>
                    <a:pt x="767" y="1201"/>
                  </a:cubicBezTo>
                  <a:lnTo>
                    <a:pt x="200" y="1101"/>
                  </a:lnTo>
                  <a:lnTo>
                    <a:pt x="0" y="1935"/>
                  </a:lnTo>
                  <a:lnTo>
                    <a:pt x="501" y="2269"/>
                  </a:lnTo>
                  <a:cubicBezTo>
                    <a:pt x="501" y="2402"/>
                    <a:pt x="534" y="2569"/>
                    <a:pt x="567" y="2702"/>
                  </a:cubicBezTo>
                  <a:lnTo>
                    <a:pt x="167" y="3036"/>
                  </a:lnTo>
                  <a:lnTo>
                    <a:pt x="667" y="3837"/>
                  </a:lnTo>
                  <a:lnTo>
                    <a:pt x="1201" y="3770"/>
                  </a:lnTo>
                  <a:cubicBezTo>
                    <a:pt x="1334" y="3903"/>
                    <a:pt x="1468" y="4003"/>
                    <a:pt x="1601" y="4103"/>
                  </a:cubicBezTo>
                  <a:lnTo>
                    <a:pt x="1601" y="4637"/>
                  </a:lnTo>
                  <a:lnTo>
                    <a:pt x="2502" y="4937"/>
                  </a:lnTo>
                  <a:lnTo>
                    <a:pt x="2769" y="4537"/>
                  </a:lnTo>
                  <a:lnTo>
                    <a:pt x="3236" y="4537"/>
                  </a:lnTo>
                  <a:lnTo>
                    <a:pt x="3669" y="4937"/>
                  </a:lnTo>
                  <a:lnTo>
                    <a:pt x="4470" y="4604"/>
                  </a:lnTo>
                  <a:lnTo>
                    <a:pt x="4270" y="4103"/>
                  </a:lnTo>
                  <a:cubicBezTo>
                    <a:pt x="4403" y="4003"/>
                    <a:pt x="4503" y="3870"/>
                    <a:pt x="4570" y="3770"/>
                  </a:cubicBezTo>
                  <a:lnTo>
                    <a:pt x="5137" y="3837"/>
                  </a:lnTo>
                  <a:lnTo>
                    <a:pt x="5371" y="3003"/>
                  </a:lnTo>
                  <a:lnTo>
                    <a:pt x="4870" y="2702"/>
                  </a:lnTo>
                  <a:cubicBezTo>
                    <a:pt x="4870" y="2536"/>
                    <a:pt x="4837" y="2369"/>
                    <a:pt x="4804" y="2235"/>
                  </a:cubicBezTo>
                  <a:lnTo>
                    <a:pt x="5204" y="1902"/>
                  </a:lnTo>
                  <a:lnTo>
                    <a:pt x="4704" y="1101"/>
                  </a:lnTo>
                  <a:lnTo>
                    <a:pt x="4170" y="1168"/>
                  </a:lnTo>
                  <a:cubicBezTo>
                    <a:pt x="4036" y="1068"/>
                    <a:pt x="3903" y="934"/>
                    <a:pt x="3736" y="868"/>
                  </a:cubicBezTo>
                  <a:lnTo>
                    <a:pt x="3736" y="334"/>
                  </a:lnTo>
                  <a:lnTo>
                    <a:pt x="2836" y="0"/>
                  </a:lnTo>
                  <a:lnTo>
                    <a:pt x="2569" y="401"/>
                  </a:lnTo>
                  <a:lnTo>
                    <a:pt x="2102" y="401"/>
                  </a:lnTo>
                  <a:lnTo>
                    <a:pt x="166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39"/>
            <p:cNvSpPr/>
            <p:nvPr/>
          </p:nvSpPr>
          <p:spPr>
            <a:xfrm>
              <a:off x="7334122" y="1693341"/>
              <a:ext cx="200357" cy="306765"/>
            </a:xfrm>
            <a:custGeom>
              <a:rect b="b" l="l" r="r" t="t"/>
              <a:pathLst>
                <a:path extrusionOk="0" h="12310" w="8040">
                  <a:moveTo>
                    <a:pt x="6972" y="1"/>
                  </a:moveTo>
                  <a:lnTo>
                    <a:pt x="3003" y="3770"/>
                  </a:lnTo>
                  <a:cubicBezTo>
                    <a:pt x="3503" y="5438"/>
                    <a:pt x="3670" y="7240"/>
                    <a:pt x="1235" y="7940"/>
                  </a:cubicBezTo>
                  <a:cubicBezTo>
                    <a:pt x="1235" y="7940"/>
                    <a:pt x="1" y="10642"/>
                    <a:pt x="3003" y="12310"/>
                  </a:cubicBezTo>
                  <a:cubicBezTo>
                    <a:pt x="5138" y="11309"/>
                    <a:pt x="6906" y="9675"/>
                    <a:pt x="8040" y="7606"/>
                  </a:cubicBezTo>
                  <a:cubicBezTo>
                    <a:pt x="6439" y="6205"/>
                    <a:pt x="6672" y="2203"/>
                    <a:pt x="6972" y="1"/>
                  </a:cubicBezTo>
                  <a:close/>
                </a:path>
              </a:pathLst>
            </a:custGeom>
            <a:solidFill>
              <a:srgbClr val="A36F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39"/>
            <p:cNvSpPr/>
            <p:nvPr/>
          </p:nvSpPr>
          <p:spPr>
            <a:xfrm>
              <a:off x="7351740" y="1839096"/>
              <a:ext cx="219122" cy="76828"/>
            </a:xfrm>
            <a:custGeom>
              <a:rect b="b" l="l" r="r" t="t"/>
              <a:pathLst>
                <a:path extrusionOk="0" h="3083" w="8793">
                  <a:moveTo>
                    <a:pt x="5991" y="0"/>
                  </a:moveTo>
                  <a:cubicBezTo>
                    <a:pt x="5692" y="0"/>
                    <a:pt x="5392" y="115"/>
                    <a:pt x="5164" y="356"/>
                  </a:cubicBezTo>
                  <a:cubicBezTo>
                    <a:pt x="4943" y="149"/>
                    <a:pt x="4661" y="47"/>
                    <a:pt x="4382" y="47"/>
                  </a:cubicBezTo>
                  <a:cubicBezTo>
                    <a:pt x="4033" y="47"/>
                    <a:pt x="3686" y="208"/>
                    <a:pt x="3463" y="523"/>
                  </a:cubicBezTo>
                  <a:cubicBezTo>
                    <a:pt x="3240" y="326"/>
                    <a:pt x="2964" y="232"/>
                    <a:pt x="2692" y="232"/>
                  </a:cubicBezTo>
                  <a:cubicBezTo>
                    <a:pt x="2274" y="232"/>
                    <a:pt x="1864" y="453"/>
                    <a:pt x="1662" y="857"/>
                  </a:cubicBezTo>
                  <a:cubicBezTo>
                    <a:pt x="1498" y="782"/>
                    <a:pt x="1331" y="747"/>
                    <a:pt x="1170" y="747"/>
                  </a:cubicBezTo>
                  <a:cubicBezTo>
                    <a:pt x="544" y="747"/>
                    <a:pt x="1" y="1268"/>
                    <a:pt x="27" y="1958"/>
                  </a:cubicBezTo>
                  <a:cubicBezTo>
                    <a:pt x="47" y="2664"/>
                    <a:pt x="610" y="3082"/>
                    <a:pt x="1178" y="3082"/>
                  </a:cubicBezTo>
                  <a:cubicBezTo>
                    <a:pt x="1576" y="3082"/>
                    <a:pt x="1976" y="2878"/>
                    <a:pt x="2196" y="2425"/>
                  </a:cubicBezTo>
                  <a:cubicBezTo>
                    <a:pt x="2332" y="2479"/>
                    <a:pt x="2468" y="2534"/>
                    <a:pt x="2622" y="2534"/>
                  </a:cubicBezTo>
                  <a:cubicBezTo>
                    <a:pt x="2657" y="2534"/>
                    <a:pt x="2693" y="2531"/>
                    <a:pt x="2729" y="2525"/>
                  </a:cubicBezTo>
                  <a:cubicBezTo>
                    <a:pt x="3063" y="2525"/>
                    <a:pt x="3397" y="2358"/>
                    <a:pt x="3597" y="2058"/>
                  </a:cubicBezTo>
                  <a:cubicBezTo>
                    <a:pt x="3817" y="2262"/>
                    <a:pt x="4097" y="2363"/>
                    <a:pt x="4374" y="2363"/>
                  </a:cubicBezTo>
                  <a:cubicBezTo>
                    <a:pt x="4682" y="2363"/>
                    <a:pt x="4987" y="2237"/>
                    <a:pt x="5198" y="1991"/>
                  </a:cubicBezTo>
                  <a:cubicBezTo>
                    <a:pt x="5431" y="2224"/>
                    <a:pt x="5732" y="2325"/>
                    <a:pt x="6032" y="2325"/>
                  </a:cubicBezTo>
                  <a:cubicBezTo>
                    <a:pt x="6132" y="2291"/>
                    <a:pt x="6232" y="2291"/>
                    <a:pt x="6332" y="2258"/>
                  </a:cubicBezTo>
                  <a:cubicBezTo>
                    <a:pt x="6551" y="2662"/>
                    <a:pt x="6949" y="2862"/>
                    <a:pt x="7345" y="2862"/>
                  </a:cubicBezTo>
                  <a:cubicBezTo>
                    <a:pt x="7733" y="2862"/>
                    <a:pt x="8119" y="2671"/>
                    <a:pt x="8333" y="2291"/>
                  </a:cubicBezTo>
                  <a:cubicBezTo>
                    <a:pt x="8793" y="1504"/>
                    <a:pt x="8220" y="556"/>
                    <a:pt x="7345" y="556"/>
                  </a:cubicBezTo>
                  <a:cubicBezTo>
                    <a:pt x="7330" y="556"/>
                    <a:pt x="7315" y="556"/>
                    <a:pt x="7299" y="557"/>
                  </a:cubicBezTo>
                  <a:cubicBezTo>
                    <a:pt x="7199" y="557"/>
                    <a:pt x="7099" y="590"/>
                    <a:pt x="6999" y="590"/>
                  </a:cubicBezTo>
                  <a:cubicBezTo>
                    <a:pt x="6789" y="207"/>
                    <a:pt x="6392" y="0"/>
                    <a:pt x="59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39"/>
            <p:cNvSpPr/>
            <p:nvPr/>
          </p:nvSpPr>
          <p:spPr>
            <a:xfrm>
              <a:off x="7351740" y="1839096"/>
              <a:ext cx="219122" cy="76828"/>
            </a:xfrm>
            <a:custGeom>
              <a:rect b="b" l="l" r="r" t="t"/>
              <a:pathLst>
                <a:path extrusionOk="0" h="3083" w="8793">
                  <a:moveTo>
                    <a:pt x="5991" y="0"/>
                  </a:moveTo>
                  <a:cubicBezTo>
                    <a:pt x="5692" y="0"/>
                    <a:pt x="5392" y="115"/>
                    <a:pt x="5164" y="356"/>
                  </a:cubicBezTo>
                  <a:cubicBezTo>
                    <a:pt x="4943" y="149"/>
                    <a:pt x="4661" y="47"/>
                    <a:pt x="4382" y="47"/>
                  </a:cubicBezTo>
                  <a:cubicBezTo>
                    <a:pt x="4033" y="47"/>
                    <a:pt x="3686" y="208"/>
                    <a:pt x="3463" y="523"/>
                  </a:cubicBezTo>
                  <a:cubicBezTo>
                    <a:pt x="3240" y="326"/>
                    <a:pt x="2964" y="232"/>
                    <a:pt x="2692" y="232"/>
                  </a:cubicBezTo>
                  <a:cubicBezTo>
                    <a:pt x="2274" y="232"/>
                    <a:pt x="1864" y="453"/>
                    <a:pt x="1662" y="857"/>
                  </a:cubicBezTo>
                  <a:cubicBezTo>
                    <a:pt x="1498" y="782"/>
                    <a:pt x="1331" y="747"/>
                    <a:pt x="1170" y="747"/>
                  </a:cubicBezTo>
                  <a:cubicBezTo>
                    <a:pt x="544" y="747"/>
                    <a:pt x="1" y="1268"/>
                    <a:pt x="27" y="1958"/>
                  </a:cubicBezTo>
                  <a:cubicBezTo>
                    <a:pt x="47" y="2664"/>
                    <a:pt x="610" y="3082"/>
                    <a:pt x="1178" y="3082"/>
                  </a:cubicBezTo>
                  <a:cubicBezTo>
                    <a:pt x="1576" y="3082"/>
                    <a:pt x="1976" y="2878"/>
                    <a:pt x="2196" y="2425"/>
                  </a:cubicBezTo>
                  <a:cubicBezTo>
                    <a:pt x="2332" y="2479"/>
                    <a:pt x="2468" y="2534"/>
                    <a:pt x="2622" y="2534"/>
                  </a:cubicBezTo>
                  <a:cubicBezTo>
                    <a:pt x="2657" y="2534"/>
                    <a:pt x="2693" y="2531"/>
                    <a:pt x="2729" y="2525"/>
                  </a:cubicBezTo>
                  <a:cubicBezTo>
                    <a:pt x="3063" y="2525"/>
                    <a:pt x="3397" y="2358"/>
                    <a:pt x="3597" y="2058"/>
                  </a:cubicBezTo>
                  <a:cubicBezTo>
                    <a:pt x="3817" y="2262"/>
                    <a:pt x="4097" y="2363"/>
                    <a:pt x="4374" y="2363"/>
                  </a:cubicBezTo>
                  <a:cubicBezTo>
                    <a:pt x="4682" y="2363"/>
                    <a:pt x="4987" y="2237"/>
                    <a:pt x="5198" y="1991"/>
                  </a:cubicBezTo>
                  <a:cubicBezTo>
                    <a:pt x="5431" y="2224"/>
                    <a:pt x="5732" y="2325"/>
                    <a:pt x="6032" y="2325"/>
                  </a:cubicBezTo>
                  <a:cubicBezTo>
                    <a:pt x="6132" y="2291"/>
                    <a:pt x="6232" y="2291"/>
                    <a:pt x="6332" y="2258"/>
                  </a:cubicBezTo>
                  <a:cubicBezTo>
                    <a:pt x="6551" y="2662"/>
                    <a:pt x="6949" y="2862"/>
                    <a:pt x="7345" y="2862"/>
                  </a:cubicBezTo>
                  <a:cubicBezTo>
                    <a:pt x="7733" y="2862"/>
                    <a:pt x="8119" y="2671"/>
                    <a:pt x="8333" y="2291"/>
                  </a:cubicBezTo>
                  <a:cubicBezTo>
                    <a:pt x="8793" y="1504"/>
                    <a:pt x="8220" y="556"/>
                    <a:pt x="7345" y="556"/>
                  </a:cubicBezTo>
                  <a:cubicBezTo>
                    <a:pt x="7330" y="556"/>
                    <a:pt x="7315" y="556"/>
                    <a:pt x="7299" y="557"/>
                  </a:cubicBezTo>
                  <a:cubicBezTo>
                    <a:pt x="7199" y="557"/>
                    <a:pt x="7099" y="590"/>
                    <a:pt x="6999" y="590"/>
                  </a:cubicBezTo>
                  <a:cubicBezTo>
                    <a:pt x="6789" y="207"/>
                    <a:pt x="6392" y="0"/>
                    <a:pt x="59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39"/>
            <p:cNvSpPr/>
            <p:nvPr/>
          </p:nvSpPr>
          <p:spPr>
            <a:xfrm>
              <a:off x="7254329" y="1646493"/>
              <a:ext cx="20808" cy="26216"/>
            </a:xfrm>
            <a:custGeom>
              <a:rect b="b" l="l" r="r" t="t"/>
              <a:pathLst>
                <a:path extrusionOk="0" h="1052" w="835">
                  <a:moveTo>
                    <a:pt x="313" y="0"/>
                  </a:moveTo>
                  <a:cubicBezTo>
                    <a:pt x="286" y="0"/>
                    <a:pt x="260" y="4"/>
                    <a:pt x="234" y="13"/>
                  </a:cubicBezTo>
                  <a:cubicBezTo>
                    <a:pt x="67" y="46"/>
                    <a:pt x="0" y="347"/>
                    <a:pt x="67" y="613"/>
                  </a:cubicBezTo>
                  <a:cubicBezTo>
                    <a:pt x="128" y="888"/>
                    <a:pt x="329" y="1051"/>
                    <a:pt x="490" y="1051"/>
                  </a:cubicBezTo>
                  <a:cubicBezTo>
                    <a:pt x="505" y="1051"/>
                    <a:pt x="520" y="1050"/>
                    <a:pt x="534" y="1047"/>
                  </a:cubicBezTo>
                  <a:cubicBezTo>
                    <a:pt x="734" y="980"/>
                    <a:pt x="834" y="713"/>
                    <a:pt x="734" y="413"/>
                  </a:cubicBezTo>
                  <a:cubicBezTo>
                    <a:pt x="647" y="181"/>
                    <a:pt x="485" y="0"/>
                    <a:pt x="3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39"/>
            <p:cNvSpPr/>
            <p:nvPr/>
          </p:nvSpPr>
          <p:spPr>
            <a:xfrm>
              <a:off x="7244361" y="1646792"/>
              <a:ext cx="18291" cy="4834"/>
            </a:xfrm>
            <a:custGeom>
              <a:rect b="b" l="l" r="r" t="t"/>
              <a:pathLst>
                <a:path extrusionOk="0" h="194" w="734">
                  <a:moveTo>
                    <a:pt x="0" y="1"/>
                  </a:moveTo>
                  <a:cubicBezTo>
                    <a:pt x="0" y="1"/>
                    <a:pt x="222" y="194"/>
                    <a:pt x="440" y="194"/>
                  </a:cubicBezTo>
                  <a:cubicBezTo>
                    <a:pt x="549" y="194"/>
                    <a:pt x="656" y="146"/>
                    <a:pt x="7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39"/>
            <p:cNvSpPr/>
            <p:nvPr/>
          </p:nvSpPr>
          <p:spPr>
            <a:xfrm>
              <a:off x="7244361" y="1592766"/>
              <a:ext cx="40744" cy="24970"/>
            </a:xfrm>
            <a:custGeom>
              <a:rect b="b" l="l" r="r" t="t"/>
              <a:pathLst>
                <a:path extrusionOk="0" h="1002" w="1635">
                  <a:moveTo>
                    <a:pt x="1468" y="1"/>
                  </a:moveTo>
                  <a:cubicBezTo>
                    <a:pt x="901" y="1"/>
                    <a:pt x="367" y="268"/>
                    <a:pt x="33" y="701"/>
                  </a:cubicBezTo>
                  <a:cubicBezTo>
                    <a:pt x="0" y="801"/>
                    <a:pt x="0" y="901"/>
                    <a:pt x="67" y="968"/>
                  </a:cubicBezTo>
                  <a:cubicBezTo>
                    <a:pt x="100" y="1001"/>
                    <a:pt x="167" y="1001"/>
                    <a:pt x="200" y="1001"/>
                  </a:cubicBezTo>
                  <a:cubicBezTo>
                    <a:pt x="267" y="1001"/>
                    <a:pt x="300" y="968"/>
                    <a:pt x="334" y="935"/>
                  </a:cubicBezTo>
                  <a:cubicBezTo>
                    <a:pt x="567" y="568"/>
                    <a:pt x="1001" y="334"/>
                    <a:pt x="1434" y="334"/>
                  </a:cubicBezTo>
                  <a:cubicBezTo>
                    <a:pt x="1448" y="339"/>
                    <a:pt x="1462" y="341"/>
                    <a:pt x="1475" y="341"/>
                  </a:cubicBezTo>
                  <a:cubicBezTo>
                    <a:pt x="1560" y="341"/>
                    <a:pt x="1635" y="259"/>
                    <a:pt x="1635" y="201"/>
                  </a:cubicBezTo>
                  <a:cubicBezTo>
                    <a:pt x="1635" y="101"/>
                    <a:pt x="1568" y="1"/>
                    <a:pt x="14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39"/>
            <p:cNvSpPr/>
            <p:nvPr/>
          </p:nvSpPr>
          <p:spPr>
            <a:xfrm>
              <a:off x="7270951" y="1678390"/>
              <a:ext cx="26615" cy="54998"/>
            </a:xfrm>
            <a:custGeom>
              <a:rect b="b" l="l" r="r" t="t"/>
              <a:pathLst>
                <a:path extrusionOk="0" h="2207" w="1068">
                  <a:moveTo>
                    <a:pt x="467" y="1"/>
                  </a:moveTo>
                  <a:cubicBezTo>
                    <a:pt x="401" y="734"/>
                    <a:pt x="234" y="1435"/>
                    <a:pt x="0" y="2135"/>
                  </a:cubicBezTo>
                  <a:cubicBezTo>
                    <a:pt x="123" y="2184"/>
                    <a:pt x="254" y="2206"/>
                    <a:pt x="388" y="2206"/>
                  </a:cubicBezTo>
                  <a:cubicBezTo>
                    <a:pt x="619" y="2206"/>
                    <a:pt x="857" y="2141"/>
                    <a:pt x="1068" y="2035"/>
                  </a:cubicBezTo>
                  <a:lnTo>
                    <a:pt x="467" y="1"/>
                  </a:lnTo>
                  <a:close/>
                </a:path>
              </a:pathLst>
            </a:custGeom>
            <a:solidFill>
              <a:srgbClr val="A36F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39"/>
            <p:cNvSpPr/>
            <p:nvPr/>
          </p:nvSpPr>
          <p:spPr>
            <a:xfrm>
              <a:off x="7229385" y="1459048"/>
              <a:ext cx="305943" cy="350649"/>
            </a:xfrm>
            <a:custGeom>
              <a:rect b="b" l="l" r="r" t="t"/>
              <a:pathLst>
                <a:path extrusionOk="0" h="14071" w="12277">
                  <a:moveTo>
                    <a:pt x="6117" y="1"/>
                  </a:moveTo>
                  <a:cubicBezTo>
                    <a:pt x="5043" y="1"/>
                    <a:pt x="3949" y="347"/>
                    <a:pt x="3003" y="1097"/>
                  </a:cubicBezTo>
                  <a:cubicBezTo>
                    <a:pt x="1" y="3499"/>
                    <a:pt x="1068" y="8869"/>
                    <a:pt x="2736" y="11771"/>
                  </a:cubicBezTo>
                  <a:cubicBezTo>
                    <a:pt x="3624" y="13309"/>
                    <a:pt x="5114" y="14071"/>
                    <a:pt x="6635" y="14071"/>
                  </a:cubicBezTo>
                  <a:cubicBezTo>
                    <a:pt x="8313" y="14071"/>
                    <a:pt x="10028" y="13142"/>
                    <a:pt x="11008" y="11304"/>
                  </a:cubicBezTo>
                  <a:cubicBezTo>
                    <a:pt x="12276" y="8969"/>
                    <a:pt x="11842" y="7502"/>
                    <a:pt x="11008" y="3932"/>
                  </a:cubicBezTo>
                  <a:cubicBezTo>
                    <a:pt x="10469" y="1482"/>
                    <a:pt x="8338" y="1"/>
                    <a:pt x="6117" y="1"/>
                  </a:cubicBezTo>
                  <a:close/>
                </a:path>
              </a:pathLst>
            </a:custGeom>
            <a:solidFill>
              <a:srgbClr val="A36F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39"/>
            <p:cNvSpPr/>
            <p:nvPr/>
          </p:nvSpPr>
          <p:spPr>
            <a:xfrm>
              <a:off x="7236038" y="1412099"/>
              <a:ext cx="371607" cy="378834"/>
            </a:xfrm>
            <a:custGeom>
              <a:rect b="b" l="l" r="r" t="t"/>
              <a:pathLst>
                <a:path extrusionOk="0" h="15202" w="14912">
                  <a:moveTo>
                    <a:pt x="5365" y="1"/>
                  </a:moveTo>
                  <a:cubicBezTo>
                    <a:pt x="5174" y="1"/>
                    <a:pt x="4966" y="25"/>
                    <a:pt x="4737" y="79"/>
                  </a:cubicBezTo>
                  <a:cubicBezTo>
                    <a:pt x="3503" y="379"/>
                    <a:pt x="2669" y="980"/>
                    <a:pt x="2402" y="2180"/>
                  </a:cubicBezTo>
                  <a:cubicBezTo>
                    <a:pt x="2202" y="2914"/>
                    <a:pt x="701" y="2748"/>
                    <a:pt x="367" y="4649"/>
                  </a:cubicBezTo>
                  <a:cubicBezTo>
                    <a:pt x="0" y="6517"/>
                    <a:pt x="1435" y="6283"/>
                    <a:pt x="1702" y="7484"/>
                  </a:cubicBezTo>
                  <a:cubicBezTo>
                    <a:pt x="1942" y="8547"/>
                    <a:pt x="2551" y="8614"/>
                    <a:pt x="3060" y="8614"/>
                  </a:cubicBezTo>
                  <a:cubicBezTo>
                    <a:pt x="3135" y="8614"/>
                    <a:pt x="3207" y="8613"/>
                    <a:pt x="3275" y="8613"/>
                  </a:cubicBezTo>
                  <a:cubicBezTo>
                    <a:pt x="3651" y="8613"/>
                    <a:pt x="3919" y="8656"/>
                    <a:pt x="3837" y="9219"/>
                  </a:cubicBezTo>
                  <a:cubicBezTo>
                    <a:pt x="3236" y="13522"/>
                    <a:pt x="8340" y="12321"/>
                    <a:pt x="8840" y="13589"/>
                  </a:cubicBezTo>
                  <a:cubicBezTo>
                    <a:pt x="9255" y="14749"/>
                    <a:pt x="10082" y="15202"/>
                    <a:pt x="10984" y="15202"/>
                  </a:cubicBezTo>
                  <a:cubicBezTo>
                    <a:pt x="11534" y="15202"/>
                    <a:pt x="12112" y="15034"/>
                    <a:pt x="12643" y="14756"/>
                  </a:cubicBezTo>
                  <a:cubicBezTo>
                    <a:pt x="14044" y="14022"/>
                    <a:pt x="12176" y="13155"/>
                    <a:pt x="13410" y="11854"/>
                  </a:cubicBezTo>
                  <a:cubicBezTo>
                    <a:pt x="14911" y="10253"/>
                    <a:pt x="14811" y="7751"/>
                    <a:pt x="13210" y="6250"/>
                  </a:cubicBezTo>
                  <a:cubicBezTo>
                    <a:pt x="12443" y="5550"/>
                    <a:pt x="13610" y="3848"/>
                    <a:pt x="12876" y="2347"/>
                  </a:cubicBezTo>
                  <a:cubicBezTo>
                    <a:pt x="12337" y="1270"/>
                    <a:pt x="11079" y="803"/>
                    <a:pt x="9881" y="803"/>
                  </a:cubicBezTo>
                  <a:cubicBezTo>
                    <a:pt x="9447" y="803"/>
                    <a:pt x="9021" y="864"/>
                    <a:pt x="8640" y="980"/>
                  </a:cubicBezTo>
                  <a:cubicBezTo>
                    <a:pt x="8473" y="1027"/>
                    <a:pt x="8319" y="1048"/>
                    <a:pt x="8175" y="1048"/>
                  </a:cubicBezTo>
                  <a:cubicBezTo>
                    <a:pt x="7153" y="1048"/>
                    <a:pt x="6635" y="1"/>
                    <a:pt x="53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39"/>
            <p:cNvSpPr/>
            <p:nvPr/>
          </p:nvSpPr>
          <p:spPr>
            <a:xfrm>
              <a:off x="7280918" y="1619530"/>
              <a:ext cx="69851" cy="86622"/>
            </a:xfrm>
            <a:custGeom>
              <a:rect b="b" l="l" r="r" t="t"/>
              <a:pathLst>
                <a:path extrusionOk="0" h="3476" w="2803">
                  <a:moveTo>
                    <a:pt x="1441" y="0"/>
                  </a:moveTo>
                  <a:cubicBezTo>
                    <a:pt x="1199" y="0"/>
                    <a:pt x="952" y="72"/>
                    <a:pt x="735" y="228"/>
                  </a:cubicBezTo>
                  <a:cubicBezTo>
                    <a:pt x="1" y="795"/>
                    <a:pt x="234" y="2062"/>
                    <a:pt x="635" y="2763"/>
                  </a:cubicBezTo>
                  <a:cubicBezTo>
                    <a:pt x="863" y="3201"/>
                    <a:pt x="1255" y="3476"/>
                    <a:pt x="1636" y="3476"/>
                  </a:cubicBezTo>
                  <a:cubicBezTo>
                    <a:pt x="1922" y="3476"/>
                    <a:pt x="2202" y="3321"/>
                    <a:pt x="2402" y="2963"/>
                  </a:cubicBezTo>
                  <a:cubicBezTo>
                    <a:pt x="2736" y="2329"/>
                    <a:pt x="2803" y="1629"/>
                    <a:pt x="2603" y="928"/>
                  </a:cubicBezTo>
                  <a:cubicBezTo>
                    <a:pt x="2488" y="353"/>
                    <a:pt x="1977" y="0"/>
                    <a:pt x="1441" y="0"/>
                  </a:cubicBezTo>
                  <a:close/>
                </a:path>
              </a:pathLst>
            </a:custGeom>
            <a:solidFill>
              <a:srgbClr val="A36F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39"/>
            <p:cNvSpPr/>
            <p:nvPr/>
          </p:nvSpPr>
          <p:spPr>
            <a:xfrm>
              <a:off x="7128809" y="1987616"/>
              <a:ext cx="487136" cy="590230"/>
            </a:xfrm>
            <a:custGeom>
              <a:rect b="b" l="l" r="r" t="t"/>
              <a:pathLst>
                <a:path extrusionOk="0" h="23685" w="19548">
                  <a:moveTo>
                    <a:pt x="15878" y="0"/>
                  </a:moveTo>
                  <a:cubicBezTo>
                    <a:pt x="15211" y="2369"/>
                    <a:pt x="14477" y="4771"/>
                    <a:pt x="13710" y="7139"/>
                  </a:cubicBezTo>
                  <a:cubicBezTo>
                    <a:pt x="13343" y="8340"/>
                    <a:pt x="12943" y="9507"/>
                    <a:pt x="12509" y="10675"/>
                  </a:cubicBezTo>
                  <a:cubicBezTo>
                    <a:pt x="12309" y="11275"/>
                    <a:pt x="12076" y="11842"/>
                    <a:pt x="11876" y="12409"/>
                  </a:cubicBezTo>
                  <a:lnTo>
                    <a:pt x="11542" y="13277"/>
                  </a:lnTo>
                  <a:lnTo>
                    <a:pt x="11208" y="14111"/>
                  </a:lnTo>
                  <a:cubicBezTo>
                    <a:pt x="10508" y="15945"/>
                    <a:pt x="8640" y="17446"/>
                    <a:pt x="6605" y="18714"/>
                  </a:cubicBezTo>
                  <a:cubicBezTo>
                    <a:pt x="5571" y="19348"/>
                    <a:pt x="4504" y="19915"/>
                    <a:pt x="3403" y="20448"/>
                  </a:cubicBezTo>
                  <a:cubicBezTo>
                    <a:pt x="2302" y="20949"/>
                    <a:pt x="1135" y="21449"/>
                    <a:pt x="0" y="21883"/>
                  </a:cubicBezTo>
                  <a:lnTo>
                    <a:pt x="501" y="23684"/>
                  </a:lnTo>
                  <a:cubicBezTo>
                    <a:pt x="3069" y="23184"/>
                    <a:pt x="5604" y="22350"/>
                    <a:pt x="8006" y="21216"/>
                  </a:cubicBezTo>
                  <a:cubicBezTo>
                    <a:pt x="9240" y="20615"/>
                    <a:pt x="10408" y="19881"/>
                    <a:pt x="11475" y="19047"/>
                  </a:cubicBezTo>
                  <a:cubicBezTo>
                    <a:pt x="12076" y="18580"/>
                    <a:pt x="12576" y="18080"/>
                    <a:pt x="13076" y="17513"/>
                  </a:cubicBezTo>
                  <a:cubicBezTo>
                    <a:pt x="13310" y="17213"/>
                    <a:pt x="13543" y="16913"/>
                    <a:pt x="13777" y="16579"/>
                  </a:cubicBezTo>
                  <a:lnTo>
                    <a:pt x="14110" y="16045"/>
                  </a:lnTo>
                  <a:lnTo>
                    <a:pt x="14311" y="15578"/>
                  </a:lnTo>
                  <a:lnTo>
                    <a:pt x="14744" y="14678"/>
                  </a:lnTo>
                  <a:lnTo>
                    <a:pt x="15145" y="13777"/>
                  </a:lnTo>
                  <a:cubicBezTo>
                    <a:pt x="15411" y="13177"/>
                    <a:pt x="15645" y="12576"/>
                    <a:pt x="15912" y="12009"/>
                  </a:cubicBezTo>
                  <a:cubicBezTo>
                    <a:pt x="16379" y="10808"/>
                    <a:pt x="16846" y="9574"/>
                    <a:pt x="17279" y="8373"/>
                  </a:cubicBezTo>
                  <a:cubicBezTo>
                    <a:pt x="18113" y="5938"/>
                    <a:pt x="18881" y="3503"/>
                    <a:pt x="19548" y="968"/>
                  </a:cubicBezTo>
                  <a:lnTo>
                    <a:pt x="15878" y="0"/>
                  </a:lnTo>
                  <a:close/>
                </a:path>
              </a:pathLst>
            </a:custGeom>
            <a:solidFill>
              <a:srgbClr val="A36F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39"/>
            <p:cNvSpPr/>
            <p:nvPr/>
          </p:nvSpPr>
          <p:spPr>
            <a:xfrm>
              <a:off x="7070622" y="2512970"/>
              <a:ext cx="106433" cy="74187"/>
            </a:xfrm>
            <a:custGeom>
              <a:rect b="b" l="l" r="r" t="t"/>
              <a:pathLst>
                <a:path extrusionOk="0" h="2977" w="4271">
                  <a:moveTo>
                    <a:pt x="0" y="0"/>
                  </a:moveTo>
                  <a:lnTo>
                    <a:pt x="501" y="2969"/>
                  </a:lnTo>
                  <a:cubicBezTo>
                    <a:pt x="501" y="2969"/>
                    <a:pt x="631" y="2977"/>
                    <a:pt x="844" y="2977"/>
                  </a:cubicBezTo>
                  <a:cubicBezTo>
                    <a:pt x="1632" y="2977"/>
                    <a:pt x="3561" y="2873"/>
                    <a:pt x="4270" y="1902"/>
                  </a:cubicBezTo>
                  <a:lnTo>
                    <a:pt x="3236" y="5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36F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39"/>
            <p:cNvSpPr/>
            <p:nvPr/>
          </p:nvSpPr>
          <p:spPr>
            <a:xfrm>
              <a:off x="7003713" y="2512970"/>
              <a:ext cx="80641" cy="73987"/>
            </a:xfrm>
            <a:custGeom>
              <a:rect b="b" l="l" r="r" t="t"/>
              <a:pathLst>
                <a:path extrusionOk="0" h="2969" w="3236">
                  <a:moveTo>
                    <a:pt x="2735" y="0"/>
                  </a:moveTo>
                  <a:lnTo>
                    <a:pt x="334" y="1368"/>
                  </a:lnTo>
                  <a:lnTo>
                    <a:pt x="0" y="2836"/>
                  </a:lnTo>
                  <a:lnTo>
                    <a:pt x="3236" y="2969"/>
                  </a:lnTo>
                  <a:lnTo>
                    <a:pt x="2735" y="0"/>
                  </a:lnTo>
                  <a:close/>
                </a:path>
              </a:pathLst>
            </a:custGeom>
            <a:solidFill>
              <a:srgbClr val="A36F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39"/>
            <p:cNvSpPr/>
            <p:nvPr/>
          </p:nvSpPr>
          <p:spPr>
            <a:xfrm>
              <a:off x="7222731" y="1871441"/>
              <a:ext cx="454740" cy="590031"/>
            </a:xfrm>
            <a:custGeom>
              <a:rect b="b" l="l" r="r" t="t"/>
              <a:pathLst>
                <a:path extrusionOk="0" h="23677" w="18248">
                  <a:moveTo>
                    <a:pt x="10108" y="1"/>
                  </a:moveTo>
                  <a:cubicBezTo>
                    <a:pt x="8974" y="1"/>
                    <a:pt x="7840" y="42"/>
                    <a:pt x="6706" y="126"/>
                  </a:cubicBezTo>
                  <a:cubicBezTo>
                    <a:pt x="5271" y="259"/>
                    <a:pt x="3703" y="493"/>
                    <a:pt x="2503" y="693"/>
                  </a:cubicBezTo>
                  <a:cubicBezTo>
                    <a:pt x="1102" y="926"/>
                    <a:pt x="101" y="2094"/>
                    <a:pt x="67" y="3528"/>
                  </a:cubicBezTo>
                  <a:cubicBezTo>
                    <a:pt x="1" y="6197"/>
                    <a:pt x="635" y="12268"/>
                    <a:pt x="3270" y="23676"/>
                  </a:cubicBezTo>
                  <a:lnTo>
                    <a:pt x="17213" y="22809"/>
                  </a:lnTo>
                  <a:cubicBezTo>
                    <a:pt x="16646" y="17505"/>
                    <a:pt x="16446" y="14403"/>
                    <a:pt x="17847" y="5163"/>
                  </a:cubicBezTo>
                  <a:cubicBezTo>
                    <a:pt x="18247" y="2594"/>
                    <a:pt x="16346" y="259"/>
                    <a:pt x="13777" y="126"/>
                  </a:cubicBezTo>
                  <a:lnTo>
                    <a:pt x="13510" y="126"/>
                  </a:lnTo>
                  <a:cubicBezTo>
                    <a:pt x="12376" y="42"/>
                    <a:pt x="11242" y="1"/>
                    <a:pt x="101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39"/>
            <p:cNvSpPr/>
            <p:nvPr/>
          </p:nvSpPr>
          <p:spPr>
            <a:xfrm>
              <a:off x="7354082" y="1779588"/>
              <a:ext cx="325032" cy="392266"/>
            </a:xfrm>
            <a:custGeom>
              <a:rect b="b" l="l" r="r" t="t"/>
              <a:pathLst>
                <a:path extrusionOk="0" h="15741" w="13043">
                  <a:moveTo>
                    <a:pt x="7666" y="0"/>
                  </a:moveTo>
                  <a:cubicBezTo>
                    <a:pt x="7054" y="0"/>
                    <a:pt x="6872" y="776"/>
                    <a:pt x="6872" y="776"/>
                  </a:cubicBezTo>
                  <a:cubicBezTo>
                    <a:pt x="8473" y="3578"/>
                    <a:pt x="0" y="6947"/>
                    <a:pt x="5638" y="8315"/>
                  </a:cubicBezTo>
                  <a:cubicBezTo>
                    <a:pt x="11308" y="9683"/>
                    <a:pt x="6071" y="10683"/>
                    <a:pt x="7239" y="14553"/>
                  </a:cubicBezTo>
                  <a:cubicBezTo>
                    <a:pt x="7486" y="15387"/>
                    <a:pt x="7942" y="15740"/>
                    <a:pt x="8466" y="15740"/>
                  </a:cubicBezTo>
                  <a:cubicBezTo>
                    <a:pt x="10059" y="15740"/>
                    <a:pt x="12279" y="12470"/>
                    <a:pt x="11175" y="9483"/>
                  </a:cubicBezTo>
                  <a:cubicBezTo>
                    <a:pt x="9507" y="4879"/>
                    <a:pt x="13043" y="4879"/>
                    <a:pt x="8873" y="710"/>
                  </a:cubicBezTo>
                  <a:cubicBezTo>
                    <a:pt x="8354" y="179"/>
                    <a:pt x="7961" y="0"/>
                    <a:pt x="76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39"/>
            <p:cNvSpPr/>
            <p:nvPr/>
          </p:nvSpPr>
          <p:spPr>
            <a:xfrm>
              <a:off x="7495376" y="1753846"/>
              <a:ext cx="96316" cy="52631"/>
            </a:xfrm>
            <a:custGeom>
              <a:rect b="b" l="l" r="r" t="t"/>
              <a:pathLst>
                <a:path extrusionOk="0" h="2112" w="3865">
                  <a:moveTo>
                    <a:pt x="2258" y="0"/>
                  </a:moveTo>
                  <a:cubicBezTo>
                    <a:pt x="2207" y="0"/>
                    <a:pt x="2155" y="3"/>
                    <a:pt x="2102" y="8"/>
                  </a:cubicBezTo>
                  <a:lnTo>
                    <a:pt x="1002" y="75"/>
                  </a:lnTo>
                  <a:cubicBezTo>
                    <a:pt x="435" y="75"/>
                    <a:pt x="1" y="642"/>
                    <a:pt x="234" y="1209"/>
                  </a:cubicBezTo>
                  <a:cubicBezTo>
                    <a:pt x="490" y="1752"/>
                    <a:pt x="1082" y="2112"/>
                    <a:pt x="1689" y="2112"/>
                  </a:cubicBezTo>
                  <a:cubicBezTo>
                    <a:pt x="1715" y="2112"/>
                    <a:pt x="1742" y="2111"/>
                    <a:pt x="1769" y="2110"/>
                  </a:cubicBezTo>
                  <a:lnTo>
                    <a:pt x="2870" y="2009"/>
                  </a:lnTo>
                  <a:cubicBezTo>
                    <a:pt x="2886" y="2010"/>
                    <a:pt x="2902" y="2011"/>
                    <a:pt x="2917" y="2011"/>
                  </a:cubicBezTo>
                  <a:cubicBezTo>
                    <a:pt x="3491" y="2011"/>
                    <a:pt x="3865" y="1428"/>
                    <a:pt x="3670" y="909"/>
                  </a:cubicBezTo>
                  <a:cubicBezTo>
                    <a:pt x="3394" y="355"/>
                    <a:pt x="2862" y="0"/>
                    <a:pt x="22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39"/>
            <p:cNvSpPr/>
            <p:nvPr/>
          </p:nvSpPr>
          <p:spPr>
            <a:xfrm>
              <a:off x="7233546" y="1985124"/>
              <a:ext cx="89787" cy="242746"/>
            </a:xfrm>
            <a:custGeom>
              <a:rect b="b" l="l" r="r" t="t"/>
              <a:pathLst>
                <a:path extrusionOk="0" h="9741" w="3603">
                  <a:moveTo>
                    <a:pt x="2536" y="0"/>
                  </a:moveTo>
                  <a:lnTo>
                    <a:pt x="0" y="4170"/>
                  </a:lnTo>
                  <a:cubicBezTo>
                    <a:pt x="201" y="5704"/>
                    <a:pt x="467" y="7572"/>
                    <a:pt x="868" y="9741"/>
                  </a:cubicBezTo>
                  <a:lnTo>
                    <a:pt x="2702" y="8673"/>
                  </a:lnTo>
                  <a:cubicBezTo>
                    <a:pt x="3603" y="2069"/>
                    <a:pt x="2536" y="0"/>
                    <a:pt x="25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39"/>
            <p:cNvSpPr/>
            <p:nvPr/>
          </p:nvSpPr>
          <p:spPr>
            <a:xfrm>
              <a:off x="6836204" y="1988439"/>
              <a:ext cx="472184" cy="581085"/>
            </a:xfrm>
            <a:custGeom>
              <a:rect b="b" l="l" r="r" t="t"/>
              <a:pathLst>
                <a:path extrusionOk="0" h="23318" w="18948">
                  <a:moveTo>
                    <a:pt x="15278" y="1"/>
                  </a:moveTo>
                  <a:cubicBezTo>
                    <a:pt x="14644" y="2302"/>
                    <a:pt x="13977" y="4671"/>
                    <a:pt x="13210" y="7006"/>
                  </a:cubicBezTo>
                  <a:cubicBezTo>
                    <a:pt x="12443" y="9307"/>
                    <a:pt x="11642" y="11642"/>
                    <a:pt x="10742" y="13844"/>
                  </a:cubicBezTo>
                  <a:lnTo>
                    <a:pt x="10575" y="14244"/>
                  </a:lnTo>
                  <a:cubicBezTo>
                    <a:pt x="10542" y="14378"/>
                    <a:pt x="10475" y="14478"/>
                    <a:pt x="10408" y="14611"/>
                  </a:cubicBezTo>
                  <a:cubicBezTo>
                    <a:pt x="10375" y="14711"/>
                    <a:pt x="10341" y="14778"/>
                    <a:pt x="10275" y="14878"/>
                  </a:cubicBezTo>
                  <a:lnTo>
                    <a:pt x="10075" y="15212"/>
                  </a:lnTo>
                  <a:cubicBezTo>
                    <a:pt x="9774" y="15612"/>
                    <a:pt x="9441" y="16012"/>
                    <a:pt x="9074" y="16379"/>
                  </a:cubicBezTo>
                  <a:cubicBezTo>
                    <a:pt x="8273" y="17146"/>
                    <a:pt x="7406" y="17847"/>
                    <a:pt x="6439" y="18447"/>
                  </a:cubicBezTo>
                  <a:cubicBezTo>
                    <a:pt x="5438" y="19081"/>
                    <a:pt x="4404" y="19615"/>
                    <a:pt x="3336" y="20115"/>
                  </a:cubicBezTo>
                  <a:cubicBezTo>
                    <a:pt x="2236" y="20616"/>
                    <a:pt x="1101" y="21083"/>
                    <a:pt x="1" y="21483"/>
                  </a:cubicBezTo>
                  <a:lnTo>
                    <a:pt x="434" y="23317"/>
                  </a:lnTo>
                  <a:cubicBezTo>
                    <a:pt x="3003" y="22850"/>
                    <a:pt x="5505" y="22083"/>
                    <a:pt x="7840" y="20949"/>
                  </a:cubicBezTo>
                  <a:cubicBezTo>
                    <a:pt x="9074" y="20349"/>
                    <a:pt x="10208" y="19581"/>
                    <a:pt x="11242" y="18714"/>
                  </a:cubicBezTo>
                  <a:cubicBezTo>
                    <a:pt x="11809" y="18247"/>
                    <a:pt x="12309" y="17713"/>
                    <a:pt x="12776" y="17146"/>
                  </a:cubicBezTo>
                  <a:lnTo>
                    <a:pt x="13110" y="16679"/>
                  </a:lnTo>
                  <a:cubicBezTo>
                    <a:pt x="13210" y="16546"/>
                    <a:pt x="13310" y="16346"/>
                    <a:pt x="13410" y="16179"/>
                  </a:cubicBezTo>
                  <a:cubicBezTo>
                    <a:pt x="13510" y="16012"/>
                    <a:pt x="13577" y="15845"/>
                    <a:pt x="13677" y="15712"/>
                  </a:cubicBezTo>
                  <a:lnTo>
                    <a:pt x="13877" y="15245"/>
                  </a:lnTo>
                  <a:cubicBezTo>
                    <a:pt x="14177" y="14645"/>
                    <a:pt x="14444" y="14078"/>
                    <a:pt x="14678" y="13510"/>
                  </a:cubicBezTo>
                  <a:cubicBezTo>
                    <a:pt x="14911" y="12910"/>
                    <a:pt x="15178" y="12310"/>
                    <a:pt x="15412" y="11743"/>
                  </a:cubicBezTo>
                  <a:cubicBezTo>
                    <a:pt x="15912" y="10575"/>
                    <a:pt x="16312" y="9374"/>
                    <a:pt x="16746" y="8173"/>
                  </a:cubicBezTo>
                  <a:cubicBezTo>
                    <a:pt x="17580" y="5805"/>
                    <a:pt x="18314" y="3403"/>
                    <a:pt x="18948" y="935"/>
                  </a:cubicBezTo>
                  <a:lnTo>
                    <a:pt x="15278" y="1"/>
                  </a:lnTo>
                  <a:close/>
                </a:path>
              </a:pathLst>
            </a:custGeom>
            <a:solidFill>
              <a:srgbClr val="A36F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39"/>
            <p:cNvSpPr/>
            <p:nvPr/>
          </p:nvSpPr>
          <p:spPr>
            <a:xfrm>
              <a:off x="7148745" y="1893695"/>
              <a:ext cx="186227" cy="278481"/>
            </a:xfrm>
            <a:custGeom>
              <a:rect b="b" l="l" r="r" t="t"/>
              <a:pathLst>
                <a:path extrusionOk="0" h="11175" w="7473">
                  <a:moveTo>
                    <a:pt x="4771" y="0"/>
                  </a:moveTo>
                  <a:cubicBezTo>
                    <a:pt x="2269" y="1134"/>
                    <a:pt x="1435" y="2335"/>
                    <a:pt x="1" y="9407"/>
                  </a:cubicBezTo>
                  <a:cubicBezTo>
                    <a:pt x="2069" y="11175"/>
                    <a:pt x="5472" y="11175"/>
                    <a:pt x="5472" y="11175"/>
                  </a:cubicBezTo>
                  <a:lnTo>
                    <a:pt x="7306" y="6438"/>
                  </a:lnTo>
                  <a:cubicBezTo>
                    <a:pt x="7306" y="6438"/>
                    <a:pt x="7473" y="4303"/>
                    <a:pt x="6839" y="2802"/>
                  </a:cubicBezTo>
                  <a:cubicBezTo>
                    <a:pt x="6339" y="1735"/>
                    <a:pt x="5638" y="801"/>
                    <a:pt x="47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39"/>
            <p:cNvSpPr/>
            <p:nvPr/>
          </p:nvSpPr>
          <p:spPr>
            <a:xfrm>
              <a:off x="6764710" y="2516285"/>
              <a:ext cx="105611" cy="66960"/>
            </a:xfrm>
            <a:custGeom>
              <a:rect b="b" l="l" r="r" t="t"/>
              <a:pathLst>
                <a:path extrusionOk="0" h="2687" w="4238">
                  <a:moveTo>
                    <a:pt x="1" y="1"/>
                  </a:moveTo>
                  <a:lnTo>
                    <a:pt x="968" y="2636"/>
                  </a:lnTo>
                  <a:cubicBezTo>
                    <a:pt x="968" y="2636"/>
                    <a:pt x="1293" y="2687"/>
                    <a:pt x="1749" y="2687"/>
                  </a:cubicBezTo>
                  <a:cubicBezTo>
                    <a:pt x="2515" y="2687"/>
                    <a:pt x="3652" y="2543"/>
                    <a:pt x="4237" y="1769"/>
                  </a:cubicBezTo>
                  <a:lnTo>
                    <a:pt x="3203" y="4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A36F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39"/>
            <p:cNvSpPr/>
            <p:nvPr/>
          </p:nvSpPr>
          <p:spPr>
            <a:xfrm>
              <a:off x="6701962" y="2516285"/>
              <a:ext cx="88142" cy="67359"/>
            </a:xfrm>
            <a:custGeom>
              <a:rect b="b" l="l" r="r" t="t"/>
              <a:pathLst>
                <a:path extrusionOk="0" h="2703" w="3537">
                  <a:moveTo>
                    <a:pt x="2569" y="1"/>
                  </a:moveTo>
                  <a:lnTo>
                    <a:pt x="901" y="1235"/>
                  </a:lnTo>
                  <a:lnTo>
                    <a:pt x="0" y="2703"/>
                  </a:lnTo>
                  <a:lnTo>
                    <a:pt x="0" y="2703"/>
                  </a:lnTo>
                  <a:lnTo>
                    <a:pt x="3536" y="2636"/>
                  </a:lnTo>
                  <a:lnTo>
                    <a:pt x="2569" y="1"/>
                  </a:lnTo>
                  <a:close/>
                </a:path>
              </a:pathLst>
            </a:custGeom>
            <a:solidFill>
              <a:srgbClr val="A36F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39"/>
            <p:cNvSpPr/>
            <p:nvPr/>
          </p:nvSpPr>
          <p:spPr>
            <a:xfrm>
              <a:off x="7263475" y="2444790"/>
              <a:ext cx="494612" cy="1760648"/>
            </a:xfrm>
            <a:custGeom>
              <a:rect b="b" l="l" r="r" t="t"/>
              <a:pathLst>
                <a:path extrusionOk="0" h="70652" w="19848">
                  <a:moveTo>
                    <a:pt x="12276" y="1"/>
                  </a:moveTo>
                  <a:lnTo>
                    <a:pt x="2102" y="635"/>
                  </a:lnTo>
                  <a:cubicBezTo>
                    <a:pt x="2102" y="635"/>
                    <a:pt x="334" y="26420"/>
                    <a:pt x="34" y="38829"/>
                  </a:cubicBezTo>
                  <a:cubicBezTo>
                    <a:pt x="0" y="40330"/>
                    <a:pt x="300" y="41864"/>
                    <a:pt x="901" y="43232"/>
                  </a:cubicBezTo>
                  <a:cubicBezTo>
                    <a:pt x="6438" y="56275"/>
                    <a:pt x="17613" y="70651"/>
                    <a:pt x="17613" y="70651"/>
                  </a:cubicBezTo>
                  <a:lnTo>
                    <a:pt x="19848" y="68383"/>
                  </a:lnTo>
                  <a:cubicBezTo>
                    <a:pt x="19848" y="68383"/>
                    <a:pt x="12442" y="51738"/>
                    <a:pt x="7339" y="39262"/>
                  </a:cubicBezTo>
                  <a:cubicBezTo>
                    <a:pt x="10374" y="26954"/>
                    <a:pt x="12276" y="1"/>
                    <a:pt x="12276" y="1"/>
                  </a:cubicBezTo>
                  <a:close/>
                </a:path>
              </a:pathLst>
            </a:custGeom>
            <a:solidFill>
              <a:srgbClr val="A36F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39"/>
            <p:cNvSpPr/>
            <p:nvPr/>
          </p:nvSpPr>
          <p:spPr>
            <a:xfrm>
              <a:off x="7517829" y="3597743"/>
              <a:ext cx="177904" cy="599351"/>
            </a:xfrm>
            <a:custGeom>
              <a:rect b="b" l="l" r="r" t="t"/>
              <a:pathLst>
                <a:path extrusionOk="0" h="24051" w="7139">
                  <a:moveTo>
                    <a:pt x="34" y="0"/>
                  </a:moveTo>
                  <a:lnTo>
                    <a:pt x="1" y="13610"/>
                  </a:lnTo>
                  <a:cubicBezTo>
                    <a:pt x="34" y="13844"/>
                    <a:pt x="101" y="14044"/>
                    <a:pt x="234" y="14244"/>
                  </a:cubicBezTo>
                  <a:cubicBezTo>
                    <a:pt x="3470" y="19181"/>
                    <a:pt x="6272" y="22917"/>
                    <a:pt x="7139" y="24051"/>
                  </a:cubicBezTo>
                  <a:lnTo>
                    <a:pt x="6705" y="15445"/>
                  </a:lnTo>
                  <a:cubicBezTo>
                    <a:pt x="4871" y="11242"/>
                    <a:pt x="2402" y="5571"/>
                    <a:pt x="34" y="0"/>
                  </a:cubicBezTo>
                  <a:close/>
                </a:path>
              </a:pathLst>
            </a:custGeom>
            <a:solidFill>
              <a:srgbClr val="9462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39"/>
            <p:cNvSpPr/>
            <p:nvPr/>
          </p:nvSpPr>
          <p:spPr>
            <a:xfrm>
              <a:off x="7376510" y="2438984"/>
              <a:ext cx="355808" cy="1955971"/>
            </a:xfrm>
            <a:custGeom>
              <a:rect b="b" l="l" r="r" t="t"/>
              <a:pathLst>
                <a:path extrusionOk="0" h="78490" w="14278">
                  <a:moveTo>
                    <a:pt x="11042" y="0"/>
                  </a:moveTo>
                  <a:lnTo>
                    <a:pt x="1" y="734"/>
                  </a:lnTo>
                  <a:cubicBezTo>
                    <a:pt x="1" y="734"/>
                    <a:pt x="2436" y="27320"/>
                    <a:pt x="4471" y="38361"/>
                  </a:cubicBezTo>
                  <a:cubicBezTo>
                    <a:pt x="6606" y="49970"/>
                    <a:pt x="8207" y="77623"/>
                    <a:pt x="8240" y="78490"/>
                  </a:cubicBezTo>
                  <a:lnTo>
                    <a:pt x="10809" y="78490"/>
                  </a:lnTo>
                  <a:cubicBezTo>
                    <a:pt x="10809" y="78490"/>
                    <a:pt x="14278" y="47401"/>
                    <a:pt x="11042" y="36960"/>
                  </a:cubicBezTo>
                  <a:cubicBezTo>
                    <a:pt x="10475" y="24251"/>
                    <a:pt x="11042" y="1"/>
                    <a:pt x="11042" y="0"/>
                  </a:cubicBezTo>
                  <a:close/>
                </a:path>
              </a:pathLst>
            </a:custGeom>
            <a:solidFill>
              <a:srgbClr val="A36F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39"/>
            <p:cNvSpPr/>
            <p:nvPr/>
          </p:nvSpPr>
          <p:spPr>
            <a:xfrm>
              <a:off x="7614791" y="4127857"/>
              <a:ext cx="211471" cy="220916"/>
            </a:xfrm>
            <a:custGeom>
              <a:rect b="b" l="l" r="r" t="t"/>
              <a:pathLst>
                <a:path extrusionOk="0" h="8865" w="8486">
                  <a:moveTo>
                    <a:pt x="5570" y="1"/>
                  </a:moveTo>
                  <a:cubicBezTo>
                    <a:pt x="5500" y="1"/>
                    <a:pt x="5433" y="26"/>
                    <a:pt x="5383" y="76"/>
                  </a:cubicBezTo>
                  <a:lnTo>
                    <a:pt x="2681" y="2478"/>
                  </a:lnTo>
                  <a:cubicBezTo>
                    <a:pt x="2481" y="2644"/>
                    <a:pt x="2381" y="2845"/>
                    <a:pt x="2347" y="3078"/>
                  </a:cubicBezTo>
                  <a:cubicBezTo>
                    <a:pt x="2114" y="4379"/>
                    <a:pt x="2114" y="5380"/>
                    <a:pt x="279" y="7848"/>
                  </a:cubicBezTo>
                  <a:cubicBezTo>
                    <a:pt x="1" y="8219"/>
                    <a:pt x="416" y="8864"/>
                    <a:pt x="1098" y="8864"/>
                  </a:cubicBezTo>
                  <a:cubicBezTo>
                    <a:pt x="1397" y="8864"/>
                    <a:pt x="1748" y="8741"/>
                    <a:pt x="2114" y="8415"/>
                  </a:cubicBezTo>
                  <a:cubicBezTo>
                    <a:pt x="3315" y="7348"/>
                    <a:pt x="4682" y="6114"/>
                    <a:pt x="5550" y="5346"/>
                  </a:cubicBezTo>
                  <a:cubicBezTo>
                    <a:pt x="6984" y="4079"/>
                    <a:pt x="7051" y="4112"/>
                    <a:pt x="8185" y="3145"/>
                  </a:cubicBezTo>
                  <a:cubicBezTo>
                    <a:pt x="8485" y="2911"/>
                    <a:pt x="8485" y="2478"/>
                    <a:pt x="8218" y="2244"/>
                  </a:cubicBezTo>
                  <a:lnTo>
                    <a:pt x="5783" y="76"/>
                  </a:lnTo>
                  <a:cubicBezTo>
                    <a:pt x="5716" y="26"/>
                    <a:pt x="5641" y="1"/>
                    <a:pt x="55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39"/>
            <p:cNvSpPr/>
            <p:nvPr/>
          </p:nvSpPr>
          <p:spPr>
            <a:xfrm>
              <a:off x="7432205" y="4381613"/>
              <a:ext cx="233625" cy="106408"/>
            </a:xfrm>
            <a:custGeom>
              <a:rect b="b" l="l" r="r" t="t"/>
              <a:pathLst>
                <a:path extrusionOk="0" h="4270" w="9375">
                  <a:moveTo>
                    <a:pt x="5705" y="0"/>
                  </a:moveTo>
                  <a:cubicBezTo>
                    <a:pt x="5471" y="0"/>
                    <a:pt x="5238" y="100"/>
                    <a:pt x="5071" y="267"/>
                  </a:cubicBezTo>
                  <a:cubicBezTo>
                    <a:pt x="4070" y="1068"/>
                    <a:pt x="3570" y="1935"/>
                    <a:pt x="668" y="2569"/>
                  </a:cubicBezTo>
                  <a:cubicBezTo>
                    <a:pt x="1" y="2736"/>
                    <a:pt x="67" y="4270"/>
                    <a:pt x="1635" y="4270"/>
                  </a:cubicBezTo>
                  <a:cubicBezTo>
                    <a:pt x="3203" y="4270"/>
                    <a:pt x="4871" y="4137"/>
                    <a:pt x="6005" y="4137"/>
                  </a:cubicBezTo>
                  <a:cubicBezTo>
                    <a:pt x="7840" y="4137"/>
                    <a:pt x="7273" y="4237"/>
                    <a:pt x="8707" y="4270"/>
                  </a:cubicBezTo>
                  <a:cubicBezTo>
                    <a:pt x="9074" y="4270"/>
                    <a:pt x="9374" y="3970"/>
                    <a:pt x="9341" y="3603"/>
                  </a:cubicBezTo>
                  <a:lnTo>
                    <a:pt x="8907" y="267"/>
                  </a:lnTo>
                  <a:cubicBezTo>
                    <a:pt x="8907" y="100"/>
                    <a:pt x="8774" y="0"/>
                    <a:pt x="86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39"/>
            <p:cNvSpPr/>
            <p:nvPr/>
          </p:nvSpPr>
          <p:spPr>
            <a:xfrm>
              <a:off x="7234369" y="2439807"/>
              <a:ext cx="557809" cy="979256"/>
            </a:xfrm>
            <a:custGeom>
              <a:rect b="b" l="l" r="r" t="t"/>
              <a:pathLst>
                <a:path extrusionOk="0" h="39296" w="22384">
                  <a:moveTo>
                    <a:pt x="16746" y="1"/>
                  </a:moveTo>
                  <a:lnTo>
                    <a:pt x="2803" y="868"/>
                  </a:lnTo>
                  <a:lnTo>
                    <a:pt x="1" y="39296"/>
                  </a:lnTo>
                  <a:lnTo>
                    <a:pt x="18114" y="34425"/>
                  </a:lnTo>
                  <a:cubicBezTo>
                    <a:pt x="16546" y="18547"/>
                    <a:pt x="22383" y="7906"/>
                    <a:pt x="16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39"/>
            <p:cNvSpPr/>
            <p:nvPr/>
          </p:nvSpPr>
          <p:spPr>
            <a:xfrm>
              <a:off x="7295048" y="2428169"/>
              <a:ext cx="369115" cy="54051"/>
            </a:xfrm>
            <a:custGeom>
              <a:rect b="b" l="l" r="r" t="t"/>
              <a:pathLst>
                <a:path extrusionOk="0" h="2169" w="14812">
                  <a:moveTo>
                    <a:pt x="14378" y="1"/>
                  </a:moveTo>
                  <a:lnTo>
                    <a:pt x="234" y="1035"/>
                  </a:lnTo>
                  <a:cubicBezTo>
                    <a:pt x="101" y="1035"/>
                    <a:pt x="1" y="1135"/>
                    <a:pt x="1" y="1268"/>
                  </a:cubicBezTo>
                  <a:lnTo>
                    <a:pt x="34" y="1935"/>
                  </a:lnTo>
                  <a:cubicBezTo>
                    <a:pt x="68" y="2069"/>
                    <a:pt x="168" y="2169"/>
                    <a:pt x="301" y="2169"/>
                  </a:cubicBezTo>
                  <a:lnTo>
                    <a:pt x="14578" y="1135"/>
                  </a:lnTo>
                  <a:cubicBezTo>
                    <a:pt x="14711" y="1102"/>
                    <a:pt x="14811" y="968"/>
                    <a:pt x="14778" y="835"/>
                  </a:cubicBezTo>
                  <a:lnTo>
                    <a:pt x="14645" y="201"/>
                  </a:lnTo>
                  <a:cubicBezTo>
                    <a:pt x="14611" y="67"/>
                    <a:pt x="14511" y="1"/>
                    <a:pt x="143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0"/>
          <p:cNvSpPr txBox="1"/>
          <p:nvPr>
            <p:ph idx="1" type="body"/>
          </p:nvPr>
        </p:nvSpPr>
        <p:spPr>
          <a:xfrm>
            <a:off x="720000" y="998425"/>
            <a:ext cx="8243700" cy="34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highlight>
                  <a:schemeClr val="dk2"/>
                </a:highlight>
              </a:rPr>
              <a:t>Definición</a:t>
            </a:r>
            <a:r>
              <a:rPr lang="en"/>
              <a:t>: </a:t>
            </a:r>
            <a:r>
              <a:rPr lang="en"/>
              <a:t>Un computador para programación en paralelo es un sistema de hardware diseñado específicamente para ejecutar programas en paralelo.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highlight>
                  <a:schemeClr val="dk2"/>
                </a:highlight>
              </a:rPr>
              <a:t>Características</a:t>
            </a:r>
            <a:r>
              <a:rPr lang="en"/>
              <a:t>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</a:pPr>
            <a:r>
              <a:rPr lang="en"/>
              <a:t>A</a:t>
            </a:r>
            <a:r>
              <a:rPr lang="en"/>
              <a:t>rquitectura de memoria compartida o distribuida.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</a:pPr>
            <a:r>
              <a:rPr lang="en"/>
              <a:t>Sistema de interconexión de alta velocidad.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</a:pPr>
            <a:r>
              <a:rPr lang="en"/>
              <a:t>Soporte para instrucciones y operaciones paralelas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highlight>
                  <a:schemeClr val="dk2"/>
                </a:highlight>
              </a:rPr>
              <a:t>Beneficios</a:t>
            </a:r>
            <a:r>
              <a:rPr lang="en"/>
              <a:t>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</a:pPr>
            <a:r>
              <a:rPr lang="en"/>
              <a:t>M</a:t>
            </a:r>
            <a:r>
              <a:rPr lang="en"/>
              <a:t>ayor capacidad de procesamiento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</a:pPr>
            <a:r>
              <a:rPr lang="en"/>
              <a:t>M</a:t>
            </a:r>
            <a:r>
              <a:rPr lang="en"/>
              <a:t>ejora en el rendimiento de las aplicaciones.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highlight>
                  <a:schemeClr val="dk2"/>
                </a:highlight>
              </a:rPr>
              <a:t>Limitaciones</a:t>
            </a:r>
            <a:r>
              <a:rPr lang="en"/>
              <a:t>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</a:pPr>
            <a:r>
              <a:rPr lang="en"/>
              <a:t>C</a:t>
            </a:r>
            <a:r>
              <a:rPr lang="en"/>
              <a:t>omplejidad en el desarrollo de software paralelo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</a:pPr>
            <a:r>
              <a:rPr lang="en"/>
              <a:t>N</a:t>
            </a:r>
            <a:r>
              <a:rPr lang="en"/>
              <a:t>ecesidad de una programación especializada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</a:pPr>
            <a:r>
              <a:rPr lang="en"/>
              <a:t>C</a:t>
            </a:r>
            <a:r>
              <a:rPr lang="en"/>
              <a:t>ostos adquisición y mantenimiento</a:t>
            </a:r>
            <a:endParaRPr/>
          </a:p>
        </p:txBody>
      </p:sp>
      <p:sp>
        <p:nvSpPr>
          <p:cNvPr id="437" name="Google Shape;437;p40"/>
          <p:cNvSpPr txBox="1"/>
          <p:nvPr>
            <p:ph type="title"/>
          </p:nvPr>
        </p:nvSpPr>
        <p:spPr>
          <a:xfrm>
            <a:off x="720000" y="220225"/>
            <a:ext cx="77040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Computadores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1"/>
          <p:cNvSpPr txBox="1"/>
          <p:nvPr>
            <p:ph idx="9" type="title"/>
          </p:nvPr>
        </p:nvSpPr>
        <p:spPr>
          <a:xfrm>
            <a:off x="720000" y="387600"/>
            <a:ext cx="77040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Ejemplos</a:t>
            </a:r>
            <a:endParaRPr/>
          </a:p>
        </p:txBody>
      </p:sp>
      <p:sp>
        <p:nvSpPr>
          <p:cNvPr id="443" name="Google Shape;443;p41"/>
          <p:cNvSpPr txBox="1"/>
          <p:nvPr>
            <p:ph idx="1" type="subTitle"/>
          </p:nvPr>
        </p:nvSpPr>
        <p:spPr>
          <a:xfrm>
            <a:off x="624375" y="3676026"/>
            <a:ext cx="2205600" cy="3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C</a:t>
            </a:r>
            <a:r>
              <a:rPr lang="en"/>
              <a:t>lúster Beowulf</a:t>
            </a:r>
            <a:endParaRPr/>
          </a:p>
        </p:txBody>
      </p:sp>
      <p:sp>
        <p:nvSpPr>
          <p:cNvPr id="444" name="Google Shape;444;p41"/>
          <p:cNvSpPr txBox="1"/>
          <p:nvPr>
            <p:ph idx="4" type="subTitle"/>
          </p:nvPr>
        </p:nvSpPr>
        <p:spPr>
          <a:xfrm>
            <a:off x="3346950" y="3539775"/>
            <a:ext cx="2569200" cy="3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S</a:t>
            </a:r>
            <a:r>
              <a:rPr lang="en"/>
              <a:t>upercomputadora Tianhe-2</a:t>
            </a:r>
            <a:endParaRPr/>
          </a:p>
        </p:txBody>
      </p:sp>
      <p:sp>
        <p:nvSpPr>
          <p:cNvPr id="445" name="Google Shape;445;p41"/>
          <p:cNvSpPr txBox="1"/>
          <p:nvPr>
            <p:ph idx="7" type="subTitle"/>
          </p:nvPr>
        </p:nvSpPr>
        <p:spPr>
          <a:xfrm>
            <a:off x="6657950" y="3539775"/>
            <a:ext cx="2361000" cy="3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M</a:t>
            </a:r>
            <a:r>
              <a:rPr lang="en"/>
              <a:t>ultiprocesador IBM Power System</a:t>
            </a:r>
            <a:endParaRPr/>
          </a:p>
        </p:txBody>
      </p:sp>
      <p:pic>
        <p:nvPicPr>
          <p:cNvPr id="446" name="Google Shape;44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4999" y="1561349"/>
            <a:ext cx="3073100" cy="172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8674" y="1152600"/>
            <a:ext cx="2209046" cy="223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9475" y="1152600"/>
            <a:ext cx="2460499" cy="2371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2"/>
          <p:cNvSpPr/>
          <p:nvPr/>
        </p:nvSpPr>
        <p:spPr>
          <a:xfrm>
            <a:off x="4254325" y="2246000"/>
            <a:ext cx="3540900" cy="2724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42"/>
          <p:cNvSpPr txBox="1"/>
          <p:nvPr>
            <p:ph type="title"/>
          </p:nvPr>
        </p:nvSpPr>
        <p:spPr>
          <a:xfrm flipH="1">
            <a:off x="3614575" y="1258125"/>
            <a:ext cx="4820400" cy="169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Conclusiones</a:t>
            </a:r>
            <a:endParaRPr sz="5000"/>
          </a:p>
        </p:txBody>
      </p:sp>
      <p:pic>
        <p:nvPicPr>
          <p:cNvPr id="455" name="Google Shape;45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8800" y="0"/>
            <a:ext cx="4788675" cy="478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3"/>
          <p:cNvSpPr txBox="1"/>
          <p:nvPr/>
        </p:nvSpPr>
        <p:spPr>
          <a:xfrm>
            <a:off x="4769400" y="4422216"/>
            <a:ext cx="3710400" cy="2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Please keep this slide for attribution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1" name="Google Shape;461;p43"/>
          <p:cNvSpPr txBox="1"/>
          <p:nvPr>
            <p:ph type="title"/>
          </p:nvPr>
        </p:nvSpPr>
        <p:spPr>
          <a:xfrm>
            <a:off x="5045375" y="438754"/>
            <a:ext cx="3654600" cy="9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¡Gracias!</a:t>
            </a:r>
            <a:endParaRPr/>
          </a:p>
        </p:txBody>
      </p:sp>
      <p:sp>
        <p:nvSpPr>
          <p:cNvPr id="462" name="Google Shape;462;p43"/>
          <p:cNvSpPr/>
          <p:nvPr/>
        </p:nvSpPr>
        <p:spPr>
          <a:xfrm flipH="1">
            <a:off x="379103" y="922680"/>
            <a:ext cx="4365499" cy="3023397"/>
          </a:xfrm>
          <a:custGeom>
            <a:rect b="b" l="l" r="r" t="t"/>
            <a:pathLst>
              <a:path extrusionOk="0" h="110474" w="159514">
                <a:moveTo>
                  <a:pt x="45147" y="0"/>
                </a:moveTo>
                <a:cubicBezTo>
                  <a:pt x="37611" y="0"/>
                  <a:pt x="30146" y="3378"/>
                  <a:pt x="22816" y="12595"/>
                </a:cubicBezTo>
                <a:cubicBezTo>
                  <a:pt x="0" y="41316"/>
                  <a:pt x="46700" y="90351"/>
                  <a:pt x="69249" y="103327"/>
                </a:cubicBezTo>
                <a:cubicBezTo>
                  <a:pt x="77689" y="108192"/>
                  <a:pt x="87067" y="110473"/>
                  <a:pt x="96471" y="110473"/>
                </a:cubicBezTo>
                <a:cubicBezTo>
                  <a:pt x="119178" y="110473"/>
                  <a:pt x="142032" y="97169"/>
                  <a:pt x="152175" y="74807"/>
                </a:cubicBezTo>
                <a:cubicBezTo>
                  <a:pt x="159147" y="59396"/>
                  <a:pt x="159514" y="43484"/>
                  <a:pt x="150307" y="30075"/>
                </a:cubicBezTo>
                <a:cubicBezTo>
                  <a:pt x="143020" y="19415"/>
                  <a:pt x="138448" y="16065"/>
                  <a:pt x="134265" y="16065"/>
                </a:cubicBezTo>
                <a:cubicBezTo>
                  <a:pt x="128185" y="16065"/>
                  <a:pt x="122926" y="23142"/>
                  <a:pt x="111346" y="25138"/>
                </a:cubicBezTo>
                <a:cubicBezTo>
                  <a:pt x="110039" y="25364"/>
                  <a:pt x="108728" y="25470"/>
                  <a:pt x="107413" y="25470"/>
                </a:cubicBezTo>
                <a:cubicBezTo>
                  <a:pt x="87055" y="25470"/>
                  <a:pt x="65838" y="0"/>
                  <a:pt x="45147" y="0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43"/>
          <p:cNvSpPr txBox="1"/>
          <p:nvPr>
            <p:ph idx="1" type="subTitle"/>
          </p:nvPr>
        </p:nvSpPr>
        <p:spPr>
          <a:xfrm>
            <a:off x="5133600" y="2063247"/>
            <a:ext cx="3654600" cy="101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¿Alguna pregunta?</a:t>
            </a:r>
            <a:endParaRPr sz="2500"/>
          </a:p>
        </p:txBody>
      </p:sp>
      <p:pic>
        <p:nvPicPr>
          <p:cNvPr id="464" name="Google Shape;46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900" y="0"/>
            <a:ext cx="5143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obotic Workshop by Slidesgo">
  <a:themeElements>
    <a:clrScheme name="Simple Light">
      <a:dk1>
        <a:srgbClr val="263238"/>
      </a:dk1>
      <a:lt1>
        <a:srgbClr val="FFFFFF"/>
      </a:lt1>
      <a:dk2>
        <a:srgbClr val="C7F9CC"/>
      </a:dk2>
      <a:lt2>
        <a:srgbClr val="80ED99"/>
      </a:lt2>
      <a:accent1>
        <a:srgbClr val="58DD76"/>
      </a:accent1>
      <a:accent2>
        <a:srgbClr val="48C063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632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